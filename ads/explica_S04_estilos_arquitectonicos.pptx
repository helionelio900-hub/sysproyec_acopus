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33"/>
  </p:notesMasterIdLst>
  <p:sldIdLst>
    <p:sldId id="257" r:id="rId2"/>
    <p:sldId id="258" r:id="rId3"/>
    <p:sldId id="260" r:id="rId4"/>
    <p:sldId id="264" r:id="rId5"/>
    <p:sldId id="265" r:id="rId6"/>
    <p:sldId id="266" r:id="rId7"/>
    <p:sldId id="267" r:id="rId8"/>
    <p:sldId id="268" r:id="rId9"/>
    <p:sldId id="317" r:id="rId10"/>
    <p:sldId id="319" r:id="rId11"/>
    <p:sldId id="320" r:id="rId12"/>
    <p:sldId id="337" r:id="rId13"/>
    <p:sldId id="323" r:id="rId14"/>
    <p:sldId id="338" r:id="rId15"/>
    <p:sldId id="339" r:id="rId16"/>
    <p:sldId id="340" r:id="rId17"/>
    <p:sldId id="326" r:id="rId18"/>
    <p:sldId id="341" r:id="rId19"/>
    <p:sldId id="328" r:id="rId20"/>
    <p:sldId id="342" r:id="rId21"/>
    <p:sldId id="343" r:id="rId22"/>
    <p:sldId id="344" r:id="rId23"/>
    <p:sldId id="346" r:id="rId24"/>
    <p:sldId id="348" r:id="rId25"/>
    <p:sldId id="349" r:id="rId26"/>
    <p:sldId id="350" r:id="rId27"/>
    <p:sldId id="351" r:id="rId28"/>
    <p:sldId id="352" r:id="rId29"/>
    <p:sldId id="353" r:id="rId30"/>
    <p:sldId id="354" r:id="rId31"/>
    <p:sldId id="355" r:id="rId32"/>
  </p:sldIdLst>
  <p:sldSz cx="12193588" cy="6858000"/>
  <p:notesSz cx="6858000" cy="9144000"/>
  <p:embeddedFontLst>
    <p:embeddedFont>
      <p:font typeface="Calibri" panose="020F0502020204030204" pitchFamily="34" charset="0"/>
      <p:regular r:id="rId34"/>
      <p:bold r:id="rId35"/>
      <p:italic r:id="rId36"/>
      <p:boldItalic r:id="rId37"/>
    </p:embeddedFont>
    <p:embeddedFont>
      <p:font typeface="Montserrat" panose="00000500000000000000" pitchFamily="2" charset="0"/>
      <p:regular r:id="rId38"/>
      <p:bold r:id="rId39"/>
      <p:italic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B5CC6F-4D02-4986-BC5A-4B726585F33F}">
  <a:tblStyle styleId="{72B5CC6F-4D02-4986-BC5A-4B726585F33F}"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c8d205803a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g3c8d205803a_1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3c8d205803a_1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419"/>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8d205803a_0_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3c8d205803a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0" name="Google Shape;120;g3c8d205803a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419"/>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c8d205803a_0_2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g3c8d205803a_0_2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c8d205803a_0_2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419"/>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8d205803a_0_25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8d205803a_0_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8d205803a_0_26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3" name="Google Shape;173;g3c8d205803a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c8d205803a_0_26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0" name="Google Shape;180;g3c8d205803a_0_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8d205803a_0_27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c8d205803a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992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79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6230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022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899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1655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921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46742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1342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7665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2818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60831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9887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348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22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9727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4679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14756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44043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69815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68278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2998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25257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1250" y="-42525"/>
            <a:ext cx="12267550" cy="6900525"/>
          </a:xfrm>
          <a:prstGeom prst="rect">
            <a:avLst/>
          </a:prstGeom>
          <a:noFill/>
          <a:ln>
            <a:noFill/>
          </a:ln>
        </p:spPr>
      </p:pic>
      <p:sp>
        <p:nvSpPr>
          <p:cNvPr id="11" name="Google Shape;11;p2"/>
          <p:cNvSpPr txBox="1">
            <a:spLocks noGrp="1"/>
          </p:cNvSpPr>
          <p:nvPr>
            <p:ph type="ctrTitle"/>
          </p:nvPr>
        </p:nvSpPr>
        <p:spPr>
          <a:xfrm>
            <a:off x="2026384" y="1744327"/>
            <a:ext cx="9139800" cy="2201700"/>
          </a:xfrm>
          <a:prstGeom prst="rect">
            <a:avLst/>
          </a:prstGeom>
        </p:spPr>
        <p:txBody>
          <a:bodyPr spcFirstLastPara="1" wrap="square" lIns="98050" tIns="98050" rIns="98050" bIns="98050" anchor="b" anchorCtr="0">
            <a:normAutofit/>
          </a:bodyPr>
          <a:lstStyle>
            <a:lvl1pPr lvl="0" algn="ctr">
              <a:spcBef>
                <a:spcPts val="0"/>
              </a:spcBef>
              <a:spcAft>
                <a:spcPts val="0"/>
              </a:spcAft>
              <a:buClr>
                <a:srgbClr val="351C75"/>
              </a:buClr>
              <a:buSzPts val="5478"/>
              <a:buNone/>
              <a:defRPr sz="5477" b="1">
                <a:solidFill>
                  <a:srgbClr val="351C75"/>
                </a:solidFill>
              </a:defRPr>
            </a:lvl1pPr>
            <a:lvl2pPr lvl="1" algn="ctr">
              <a:spcBef>
                <a:spcPts val="0"/>
              </a:spcBef>
              <a:spcAft>
                <a:spcPts val="0"/>
              </a:spcAft>
              <a:buSzPts val="5478"/>
              <a:buNone/>
              <a:defRPr sz="5477"/>
            </a:lvl2pPr>
            <a:lvl3pPr lvl="2" algn="ctr">
              <a:spcBef>
                <a:spcPts val="0"/>
              </a:spcBef>
              <a:spcAft>
                <a:spcPts val="0"/>
              </a:spcAft>
              <a:buSzPts val="5478"/>
              <a:buNone/>
              <a:defRPr sz="5477"/>
            </a:lvl3pPr>
            <a:lvl4pPr lvl="3" algn="ctr">
              <a:spcBef>
                <a:spcPts val="0"/>
              </a:spcBef>
              <a:spcAft>
                <a:spcPts val="0"/>
              </a:spcAft>
              <a:buSzPts val="5478"/>
              <a:buNone/>
              <a:defRPr sz="5477"/>
            </a:lvl4pPr>
            <a:lvl5pPr lvl="4" algn="ctr">
              <a:spcBef>
                <a:spcPts val="0"/>
              </a:spcBef>
              <a:spcAft>
                <a:spcPts val="0"/>
              </a:spcAft>
              <a:buSzPts val="5478"/>
              <a:buNone/>
              <a:defRPr sz="5477"/>
            </a:lvl5pPr>
            <a:lvl6pPr lvl="5" algn="ctr">
              <a:spcBef>
                <a:spcPts val="0"/>
              </a:spcBef>
              <a:spcAft>
                <a:spcPts val="0"/>
              </a:spcAft>
              <a:buSzPts val="5478"/>
              <a:buNone/>
              <a:defRPr sz="5477"/>
            </a:lvl6pPr>
            <a:lvl7pPr lvl="6" algn="ctr">
              <a:spcBef>
                <a:spcPts val="0"/>
              </a:spcBef>
              <a:spcAft>
                <a:spcPts val="0"/>
              </a:spcAft>
              <a:buSzPts val="5478"/>
              <a:buNone/>
              <a:defRPr sz="5477"/>
            </a:lvl7pPr>
            <a:lvl8pPr lvl="7" algn="ctr">
              <a:spcBef>
                <a:spcPts val="0"/>
              </a:spcBef>
              <a:spcAft>
                <a:spcPts val="0"/>
              </a:spcAft>
              <a:buSzPts val="5478"/>
              <a:buNone/>
              <a:defRPr sz="5477"/>
            </a:lvl8pPr>
            <a:lvl9pPr lvl="8" algn="ctr">
              <a:spcBef>
                <a:spcPts val="0"/>
              </a:spcBef>
              <a:spcAft>
                <a:spcPts val="0"/>
              </a:spcAft>
              <a:buSzPts val="5478"/>
              <a:buNone/>
              <a:defRPr sz="5477"/>
            </a:lvl9pPr>
          </a:lstStyle>
          <a:p>
            <a:endParaRPr/>
          </a:p>
        </p:txBody>
      </p:sp>
      <p:sp>
        <p:nvSpPr>
          <p:cNvPr id="12" name="Google Shape;12;p2"/>
          <p:cNvSpPr txBox="1">
            <a:spLocks noGrp="1"/>
          </p:cNvSpPr>
          <p:nvPr>
            <p:ph type="subTitle" idx="1"/>
          </p:nvPr>
        </p:nvSpPr>
        <p:spPr>
          <a:xfrm>
            <a:off x="2026375" y="3985524"/>
            <a:ext cx="9139800" cy="850200"/>
          </a:xfrm>
          <a:prstGeom prst="rect">
            <a:avLst/>
          </a:prstGeom>
        </p:spPr>
        <p:txBody>
          <a:bodyPr spcFirstLastPara="1" wrap="square" lIns="98050" tIns="98050" rIns="98050" bIns="98050" anchor="t" anchorCtr="0">
            <a:normAutofit/>
          </a:bodyPr>
          <a:lstStyle>
            <a:lvl1pPr lvl="0" algn="ctr">
              <a:lnSpc>
                <a:spcPct val="100000"/>
              </a:lnSpc>
              <a:spcBef>
                <a:spcPts val="0"/>
              </a:spcBef>
              <a:spcAft>
                <a:spcPts val="0"/>
              </a:spcAft>
              <a:buSzPts val="2903"/>
              <a:buNone/>
              <a:defRPr sz="2903"/>
            </a:lvl1pPr>
            <a:lvl2pPr lvl="1" algn="ctr">
              <a:lnSpc>
                <a:spcPct val="100000"/>
              </a:lnSpc>
              <a:spcBef>
                <a:spcPts val="0"/>
              </a:spcBef>
              <a:spcAft>
                <a:spcPts val="0"/>
              </a:spcAft>
              <a:buSzPts val="2903"/>
              <a:buNone/>
              <a:defRPr sz="2903"/>
            </a:lvl2pPr>
            <a:lvl3pPr lvl="2" algn="ctr">
              <a:lnSpc>
                <a:spcPct val="100000"/>
              </a:lnSpc>
              <a:spcBef>
                <a:spcPts val="0"/>
              </a:spcBef>
              <a:spcAft>
                <a:spcPts val="0"/>
              </a:spcAft>
              <a:buSzPts val="2903"/>
              <a:buNone/>
              <a:defRPr sz="2903"/>
            </a:lvl3pPr>
            <a:lvl4pPr lvl="3" algn="ctr">
              <a:lnSpc>
                <a:spcPct val="100000"/>
              </a:lnSpc>
              <a:spcBef>
                <a:spcPts val="0"/>
              </a:spcBef>
              <a:spcAft>
                <a:spcPts val="0"/>
              </a:spcAft>
              <a:buSzPts val="2903"/>
              <a:buNone/>
              <a:defRPr sz="2903"/>
            </a:lvl4pPr>
            <a:lvl5pPr lvl="4" algn="ctr">
              <a:lnSpc>
                <a:spcPct val="100000"/>
              </a:lnSpc>
              <a:spcBef>
                <a:spcPts val="0"/>
              </a:spcBef>
              <a:spcAft>
                <a:spcPts val="0"/>
              </a:spcAft>
              <a:buSzPts val="2903"/>
              <a:buNone/>
              <a:defRPr sz="2903"/>
            </a:lvl5pPr>
            <a:lvl6pPr lvl="5" algn="ctr">
              <a:lnSpc>
                <a:spcPct val="100000"/>
              </a:lnSpc>
              <a:spcBef>
                <a:spcPts val="0"/>
              </a:spcBef>
              <a:spcAft>
                <a:spcPts val="0"/>
              </a:spcAft>
              <a:buSzPts val="2903"/>
              <a:buNone/>
              <a:defRPr sz="2903"/>
            </a:lvl6pPr>
            <a:lvl7pPr lvl="6" algn="ctr">
              <a:lnSpc>
                <a:spcPct val="100000"/>
              </a:lnSpc>
              <a:spcBef>
                <a:spcPts val="0"/>
              </a:spcBef>
              <a:spcAft>
                <a:spcPts val="0"/>
              </a:spcAft>
              <a:buSzPts val="2903"/>
              <a:buNone/>
              <a:defRPr sz="2903"/>
            </a:lvl7pPr>
            <a:lvl8pPr lvl="7" algn="ctr">
              <a:lnSpc>
                <a:spcPct val="100000"/>
              </a:lnSpc>
              <a:spcBef>
                <a:spcPts val="0"/>
              </a:spcBef>
              <a:spcAft>
                <a:spcPts val="0"/>
              </a:spcAft>
              <a:buSzPts val="2903"/>
              <a:buNone/>
              <a:defRPr sz="2903"/>
            </a:lvl8pPr>
            <a:lvl9pPr lvl="8" algn="ctr">
              <a:lnSpc>
                <a:spcPct val="100000"/>
              </a:lnSpc>
              <a:spcBef>
                <a:spcPts val="0"/>
              </a:spcBef>
              <a:spcAft>
                <a:spcPts val="0"/>
              </a:spcAft>
              <a:buSzPts val="2903"/>
              <a:buNone/>
              <a:defRPr sz="2903"/>
            </a:lvl9pPr>
          </a:lstStyle>
          <a:p>
            <a:endParaRPr/>
          </a:p>
        </p:txBody>
      </p:sp>
      <p:sp>
        <p:nvSpPr>
          <p:cNvPr id="13" name="Google Shape;13;p2"/>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pic>
        <p:nvPicPr>
          <p:cNvPr id="14" name="Google Shape;14;p2"/>
          <p:cNvPicPr preferRelativeResize="0"/>
          <p:nvPr/>
        </p:nvPicPr>
        <p:blipFill>
          <a:blip r:embed="rId3">
            <a:alphaModFix/>
          </a:blip>
          <a:stretch>
            <a:fillRect/>
          </a:stretch>
        </p:blipFill>
        <p:spPr>
          <a:xfrm>
            <a:off x="1250" y="119275"/>
            <a:ext cx="816600" cy="6623051"/>
          </a:xfrm>
          <a:prstGeom prst="rect">
            <a:avLst/>
          </a:prstGeom>
          <a:noFill/>
          <a:ln>
            <a:noFill/>
          </a:ln>
        </p:spPr>
      </p:pic>
      <p:pic>
        <p:nvPicPr>
          <p:cNvPr id="15" name="Google Shape;15;p2"/>
          <p:cNvPicPr preferRelativeResize="0"/>
          <p:nvPr/>
        </p:nvPicPr>
        <p:blipFill>
          <a:blip r:embed="rId4">
            <a:alphaModFix/>
          </a:blip>
          <a:stretch>
            <a:fillRect/>
          </a:stretch>
        </p:blipFill>
        <p:spPr>
          <a:xfrm>
            <a:off x="9619201" y="119275"/>
            <a:ext cx="2158258" cy="730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15641" y="2867800"/>
            <a:ext cx="113619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8" name="Google Shape;18;p3"/>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415641" y="593367"/>
            <a:ext cx="113619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34"/>
              <a:buNone/>
              <a:defRPr sz="3733"/>
            </a:lvl1pPr>
            <a:lvl2pPr lvl="1">
              <a:spcBef>
                <a:spcPts val="0"/>
              </a:spcBef>
              <a:spcAft>
                <a:spcPts val="0"/>
              </a:spcAft>
              <a:buSzPts val="3734"/>
              <a:buNone/>
              <a:defRPr sz="3733"/>
            </a:lvl2pPr>
            <a:lvl3pPr lvl="2">
              <a:spcBef>
                <a:spcPts val="0"/>
              </a:spcBef>
              <a:spcAft>
                <a:spcPts val="0"/>
              </a:spcAft>
              <a:buSzPts val="3734"/>
              <a:buNone/>
              <a:defRPr sz="3733"/>
            </a:lvl3pPr>
            <a:lvl4pPr lvl="3">
              <a:spcBef>
                <a:spcPts val="0"/>
              </a:spcBef>
              <a:spcAft>
                <a:spcPts val="0"/>
              </a:spcAft>
              <a:buSzPts val="3734"/>
              <a:buNone/>
              <a:defRPr sz="3733"/>
            </a:lvl4pPr>
            <a:lvl5pPr lvl="4">
              <a:spcBef>
                <a:spcPts val="0"/>
              </a:spcBef>
              <a:spcAft>
                <a:spcPts val="0"/>
              </a:spcAft>
              <a:buSzPts val="3734"/>
              <a:buNone/>
              <a:defRPr sz="3733"/>
            </a:lvl5pPr>
            <a:lvl6pPr lvl="5">
              <a:spcBef>
                <a:spcPts val="0"/>
              </a:spcBef>
              <a:spcAft>
                <a:spcPts val="0"/>
              </a:spcAft>
              <a:buSzPts val="3734"/>
              <a:buNone/>
              <a:defRPr sz="3733"/>
            </a:lvl6pPr>
            <a:lvl7pPr lvl="6">
              <a:spcBef>
                <a:spcPts val="0"/>
              </a:spcBef>
              <a:spcAft>
                <a:spcPts val="0"/>
              </a:spcAft>
              <a:buSzPts val="3734"/>
              <a:buNone/>
              <a:defRPr sz="3733"/>
            </a:lvl7pPr>
            <a:lvl8pPr lvl="7">
              <a:spcBef>
                <a:spcPts val="0"/>
              </a:spcBef>
              <a:spcAft>
                <a:spcPts val="0"/>
              </a:spcAft>
              <a:buSzPts val="3734"/>
              <a:buNone/>
              <a:defRPr sz="3733"/>
            </a:lvl8pPr>
            <a:lvl9pPr lvl="8">
              <a:spcBef>
                <a:spcPts val="0"/>
              </a:spcBef>
              <a:spcAft>
                <a:spcPts val="0"/>
              </a:spcAft>
              <a:buSzPts val="3734"/>
              <a:buNone/>
              <a:defRPr sz="3733"/>
            </a:lvl9pPr>
          </a:lstStyle>
          <a:p>
            <a:endParaRPr/>
          </a:p>
        </p:txBody>
      </p:sp>
      <p:sp>
        <p:nvSpPr>
          <p:cNvPr id="21" name="Google Shape;21;p4"/>
          <p:cNvSpPr txBox="1">
            <a:spLocks noGrp="1"/>
          </p:cNvSpPr>
          <p:nvPr>
            <p:ph type="body" idx="1"/>
          </p:nvPr>
        </p:nvSpPr>
        <p:spPr>
          <a:xfrm>
            <a:off x="415641" y="1536633"/>
            <a:ext cx="11361900" cy="4555200"/>
          </a:xfrm>
          <a:prstGeom prst="rect">
            <a:avLst/>
          </a:prstGeom>
        </p:spPr>
        <p:txBody>
          <a:bodyPr spcFirstLastPara="1" wrap="square" lIns="121900" tIns="121900" rIns="121900" bIns="121900" anchor="t" anchorCtr="0">
            <a:normAutofit/>
          </a:bodyPr>
          <a:lstStyle>
            <a:lvl1pPr marL="457200" lvl="0" indent="-381010">
              <a:spcBef>
                <a:spcPts val="0"/>
              </a:spcBef>
              <a:spcAft>
                <a:spcPts val="0"/>
              </a:spcAft>
              <a:buSzPts val="2400"/>
              <a:buChar char="●"/>
              <a:defRPr sz="2400"/>
            </a:lvl1pPr>
            <a:lvl2pPr marL="914400" lvl="1" indent="-347141">
              <a:spcBef>
                <a:spcPts val="0"/>
              </a:spcBef>
              <a:spcAft>
                <a:spcPts val="0"/>
              </a:spcAft>
              <a:buSzPts val="1867"/>
              <a:buChar char="○"/>
              <a:defRPr sz="1866"/>
            </a:lvl2pPr>
            <a:lvl3pPr marL="1371600" lvl="2" indent="-347141">
              <a:spcBef>
                <a:spcPts val="0"/>
              </a:spcBef>
              <a:spcAft>
                <a:spcPts val="0"/>
              </a:spcAft>
              <a:buSzPts val="1867"/>
              <a:buChar char="■"/>
              <a:defRPr sz="1866"/>
            </a:lvl3pPr>
            <a:lvl4pPr marL="1828800" lvl="3" indent="-347141">
              <a:spcBef>
                <a:spcPts val="0"/>
              </a:spcBef>
              <a:spcAft>
                <a:spcPts val="0"/>
              </a:spcAft>
              <a:buSzPts val="1867"/>
              <a:buChar char="●"/>
              <a:defRPr sz="1866"/>
            </a:lvl4pPr>
            <a:lvl5pPr marL="2286000" lvl="4" indent="-347141">
              <a:spcBef>
                <a:spcPts val="0"/>
              </a:spcBef>
              <a:spcAft>
                <a:spcPts val="0"/>
              </a:spcAft>
              <a:buSzPts val="1867"/>
              <a:buChar char="○"/>
              <a:defRPr sz="1866"/>
            </a:lvl5pPr>
            <a:lvl6pPr marL="2743200" lvl="5" indent="-347141">
              <a:spcBef>
                <a:spcPts val="0"/>
              </a:spcBef>
              <a:spcAft>
                <a:spcPts val="0"/>
              </a:spcAft>
              <a:buSzPts val="1867"/>
              <a:buChar char="■"/>
              <a:defRPr sz="1866"/>
            </a:lvl6pPr>
            <a:lvl7pPr marL="3200400" lvl="6" indent="-347141">
              <a:spcBef>
                <a:spcPts val="0"/>
              </a:spcBef>
              <a:spcAft>
                <a:spcPts val="0"/>
              </a:spcAft>
              <a:buSzPts val="1867"/>
              <a:buChar char="●"/>
              <a:defRPr sz="1866"/>
            </a:lvl7pPr>
            <a:lvl8pPr marL="3657600" lvl="7" indent="-347141">
              <a:spcBef>
                <a:spcPts val="0"/>
              </a:spcBef>
              <a:spcAft>
                <a:spcPts val="0"/>
              </a:spcAft>
              <a:buSzPts val="1867"/>
              <a:buChar char="○"/>
              <a:defRPr sz="1866"/>
            </a:lvl8pPr>
            <a:lvl9pPr marL="4114800" lvl="8" indent="-347141">
              <a:spcBef>
                <a:spcPts val="0"/>
              </a:spcBef>
              <a:spcAft>
                <a:spcPts val="0"/>
              </a:spcAft>
              <a:buSzPts val="1867"/>
              <a:buChar char="■"/>
              <a:defRPr sz="1866"/>
            </a:lvl9pPr>
          </a:lstStyle>
          <a:p>
            <a:endParaRPr/>
          </a:p>
        </p:txBody>
      </p:sp>
      <p:sp>
        <p:nvSpPr>
          <p:cNvPr id="22" name="Google Shape;22;p4"/>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415641" y="593367"/>
            <a:ext cx="113619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34"/>
              <a:buNone/>
              <a:defRPr sz="3733"/>
            </a:lvl1pPr>
            <a:lvl2pPr lvl="1">
              <a:spcBef>
                <a:spcPts val="0"/>
              </a:spcBef>
              <a:spcAft>
                <a:spcPts val="0"/>
              </a:spcAft>
              <a:buSzPts val="3734"/>
              <a:buNone/>
              <a:defRPr sz="3733"/>
            </a:lvl2pPr>
            <a:lvl3pPr lvl="2">
              <a:spcBef>
                <a:spcPts val="0"/>
              </a:spcBef>
              <a:spcAft>
                <a:spcPts val="0"/>
              </a:spcAft>
              <a:buSzPts val="3734"/>
              <a:buNone/>
              <a:defRPr sz="3733"/>
            </a:lvl3pPr>
            <a:lvl4pPr lvl="3">
              <a:spcBef>
                <a:spcPts val="0"/>
              </a:spcBef>
              <a:spcAft>
                <a:spcPts val="0"/>
              </a:spcAft>
              <a:buSzPts val="3734"/>
              <a:buNone/>
              <a:defRPr sz="3733"/>
            </a:lvl4pPr>
            <a:lvl5pPr lvl="4">
              <a:spcBef>
                <a:spcPts val="0"/>
              </a:spcBef>
              <a:spcAft>
                <a:spcPts val="0"/>
              </a:spcAft>
              <a:buSzPts val="3734"/>
              <a:buNone/>
              <a:defRPr sz="3733"/>
            </a:lvl5pPr>
            <a:lvl6pPr lvl="5">
              <a:spcBef>
                <a:spcPts val="0"/>
              </a:spcBef>
              <a:spcAft>
                <a:spcPts val="0"/>
              </a:spcAft>
              <a:buSzPts val="3734"/>
              <a:buNone/>
              <a:defRPr sz="3733"/>
            </a:lvl6pPr>
            <a:lvl7pPr lvl="6">
              <a:spcBef>
                <a:spcPts val="0"/>
              </a:spcBef>
              <a:spcAft>
                <a:spcPts val="0"/>
              </a:spcAft>
              <a:buSzPts val="3734"/>
              <a:buNone/>
              <a:defRPr sz="3733"/>
            </a:lvl7pPr>
            <a:lvl8pPr lvl="7">
              <a:spcBef>
                <a:spcPts val="0"/>
              </a:spcBef>
              <a:spcAft>
                <a:spcPts val="0"/>
              </a:spcAft>
              <a:buSzPts val="3734"/>
              <a:buNone/>
              <a:defRPr sz="3733"/>
            </a:lvl8pPr>
            <a:lvl9pPr lvl="8">
              <a:spcBef>
                <a:spcPts val="0"/>
              </a:spcBef>
              <a:spcAft>
                <a:spcPts val="0"/>
              </a:spcAft>
              <a:buSzPts val="3734"/>
              <a:buNone/>
              <a:defRPr sz="3733"/>
            </a:lvl9pPr>
          </a:lstStyle>
          <a:p>
            <a:endParaRPr/>
          </a:p>
        </p:txBody>
      </p:sp>
      <p:sp>
        <p:nvSpPr>
          <p:cNvPr id="25" name="Google Shape;25;p5"/>
          <p:cNvSpPr txBox="1">
            <a:spLocks noGrp="1"/>
          </p:cNvSpPr>
          <p:nvPr>
            <p:ph type="body" idx="1"/>
          </p:nvPr>
        </p:nvSpPr>
        <p:spPr>
          <a:xfrm>
            <a:off x="415641" y="1536633"/>
            <a:ext cx="5333700" cy="4555200"/>
          </a:xfrm>
          <a:prstGeom prst="rect">
            <a:avLst/>
          </a:prstGeom>
        </p:spPr>
        <p:txBody>
          <a:bodyPr spcFirstLastPara="1" wrap="square" lIns="121900" tIns="121900" rIns="121900" bIns="121900" anchor="t" anchorCtr="0">
            <a:normAutofit/>
          </a:bodyPr>
          <a:lstStyle>
            <a:lvl1pPr marL="457200" lvl="0" indent="-347141">
              <a:spcBef>
                <a:spcPts val="0"/>
              </a:spcBef>
              <a:spcAft>
                <a:spcPts val="0"/>
              </a:spcAft>
              <a:buSzPts val="1867"/>
              <a:buChar char="●"/>
              <a:defRPr sz="1866"/>
            </a:lvl1pPr>
            <a:lvl2pPr marL="914400" lvl="1" indent="-330206">
              <a:spcBef>
                <a:spcPts val="0"/>
              </a:spcBef>
              <a:spcAft>
                <a:spcPts val="0"/>
              </a:spcAft>
              <a:buSzPts val="1600"/>
              <a:buChar char="○"/>
              <a:defRPr sz="1600"/>
            </a:lvl2pPr>
            <a:lvl3pPr marL="1371600" lvl="2" indent="-330206">
              <a:spcBef>
                <a:spcPts val="0"/>
              </a:spcBef>
              <a:spcAft>
                <a:spcPts val="0"/>
              </a:spcAft>
              <a:buSzPts val="1600"/>
              <a:buChar char="■"/>
              <a:defRPr sz="1600"/>
            </a:lvl3pPr>
            <a:lvl4pPr marL="1828800" lvl="3" indent="-330206">
              <a:spcBef>
                <a:spcPts val="0"/>
              </a:spcBef>
              <a:spcAft>
                <a:spcPts val="0"/>
              </a:spcAft>
              <a:buSzPts val="1600"/>
              <a:buChar char="●"/>
              <a:defRPr sz="1600"/>
            </a:lvl4pPr>
            <a:lvl5pPr marL="2286000" lvl="4" indent="-330206">
              <a:spcBef>
                <a:spcPts val="0"/>
              </a:spcBef>
              <a:spcAft>
                <a:spcPts val="0"/>
              </a:spcAft>
              <a:buSzPts val="1600"/>
              <a:buChar char="○"/>
              <a:defRPr sz="1600"/>
            </a:lvl5pPr>
            <a:lvl6pPr marL="2743200" lvl="5" indent="-330206">
              <a:spcBef>
                <a:spcPts val="0"/>
              </a:spcBef>
              <a:spcAft>
                <a:spcPts val="0"/>
              </a:spcAft>
              <a:buSzPts val="1600"/>
              <a:buChar char="■"/>
              <a:defRPr sz="1600"/>
            </a:lvl6pPr>
            <a:lvl7pPr marL="3200400" lvl="6" indent="-330206">
              <a:spcBef>
                <a:spcPts val="0"/>
              </a:spcBef>
              <a:spcAft>
                <a:spcPts val="0"/>
              </a:spcAft>
              <a:buSzPts val="1600"/>
              <a:buChar char="●"/>
              <a:defRPr sz="1600"/>
            </a:lvl7pPr>
            <a:lvl8pPr marL="3657600" lvl="7" indent="-330206">
              <a:spcBef>
                <a:spcPts val="0"/>
              </a:spcBef>
              <a:spcAft>
                <a:spcPts val="0"/>
              </a:spcAft>
              <a:buSzPts val="1600"/>
              <a:buChar char="○"/>
              <a:defRPr sz="1600"/>
            </a:lvl8pPr>
            <a:lvl9pPr marL="4114800" lvl="8" indent="-330206">
              <a:spcBef>
                <a:spcPts val="0"/>
              </a:spcBef>
              <a:spcAft>
                <a:spcPts val="0"/>
              </a:spcAft>
              <a:buSzPts val="1600"/>
              <a:buChar char="■"/>
              <a:defRPr sz="1600"/>
            </a:lvl9pPr>
          </a:lstStyle>
          <a:p>
            <a:endParaRPr/>
          </a:p>
        </p:txBody>
      </p:sp>
      <p:sp>
        <p:nvSpPr>
          <p:cNvPr id="26" name="Google Shape;26;p5"/>
          <p:cNvSpPr txBox="1">
            <a:spLocks noGrp="1"/>
          </p:cNvSpPr>
          <p:nvPr>
            <p:ph type="body" idx="2"/>
          </p:nvPr>
        </p:nvSpPr>
        <p:spPr>
          <a:xfrm>
            <a:off x="6443834" y="1536633"/>
            <a:ext cx="5333700" cy="4555200"/>
          </a:xfrm>
          <a:prstGeom prst="rect">
            <a:avLst/>
          </a:prstGeom>
        </p:spPr>
        <p:txBody>
          <a:bodyPr spcFirstLastPara="1" wrap="square" lIns="121900" tIns="121900" rIns="121900" bIns="121900" anchor="t" anchorCtr="0">
            <a:normAutofit/>
          </a:bodyPr>
          <a:lstStyle>
            <a:lvl1pPr marL="457200" lvl="0" indent="-347141">
              <a:spcBef>
                <a:spcPts val="0"/>
              </a:spcBef>
              <a:spcAft>
                <a:spcPts val="0"/>
              </a:spcAft>
              <a:buSzPts val="1867"/>
              <a:buChar char="●"/>
              <a:defRPr sz="1866"/>
            </a:lvl1pPr>
            <a:lvl2pPr marL="914400" lvl="1" indent="-330206">
              <a:spcBef>
                <a:spcPts val="0"/>
              </a:spcBef>
              <a:spcAft>
                <a:spcPts val="0"/>
              </a:spcAft>
              <a:buSzPts val="1600"/>
              <a:buChar char="○"/>
              <a:defRPr sz="1600"/>
            </a:lvl2pPr>
            <a:lvl3pPr marL="1371600" lvl="2" indent="-330206">
              <a:spcBef>
                <a:spcPts val="0"/>
              </a:spcBef>
              <a:spcAft>
                <a:spcPts val="0"/>
              </a:spcAft>
              <a:buSzPts val="1600"/>
              <a:buChar char="■"/>
              <a:defRPr sz="1600"/>
            </a:lvl3pPr>
            <a:lvl4pPr marL="1828800" lvl="3" indent="-330206">
              <a:spcBef>
                <a:spcPts val="0"/>
              </a:spcBef>
              <a:spcAft>
                <a:spcPts val="0"/>
              </a:spcAft>
              <a:buSzPts val="1600"/>
              <a:buChar char="●"/>
              <a:defRPr sz="1600"/>
            </a:lvl4pPr>
            <a:lvl5pPr marL="2286000" lvl="4" indent="-330206">
              <a:spcBef>
                <a:spcPts val="0"/>
              </a:spcBef>
              <a:spcAft>
                <a:spcPts val="0"/>
              </a:spcAft>
              <a:buSzPts val="1600"/>
              <a:buChar char="○"/>
              <a:defRPr sz="1600"/>
            </a:lvl5pPr>
            <a:lvl6pPr marL="2743200" lvl="5" indent="-330206">
              <a:spcBef>
                <a:spcPts val="0"/>
              </a:spcBef>
              <a:spcAft>
                <a:spcPts val="0"/>
              </a:spcAft>
              <a:buSzPts val="1600"/>
              <a:buChar char="■"/>
              <a:defRPr sz="1600"/>
            </a:lvl6pPr>
            <a:lvl7pPr marL="3200400" lvl="6" indent="-330206">
              <a:spcBef>
                <a:spcPts val="0"/>
              </a:spcBef>
              <a:spcAft>
                <a:spcPts val="0"/>
              </a:spcAft>
              <a:buSzPts val="1600"/>
              <a:buChar char="●"/>
              <a:defRPr sz="1600"/>
            </a:lvl7pPr>
            <a:lvl8pPr marL="3657600" lvl="7" indent="-330206">
              <a:spcBef>
                <a:spcPts val="0"/>
              </a:spcBef>
              <a:spcAft>
                <a:spcPts val="0"/>
              </a:spcAft>
              <a:buSzPts val="1600"/>
              <a:buChar char="○"/>
              <a:defRPr sz="1600"/>
            </a:lvl8pPr>
            <a:lvl9pPr marL="4114800" lvl="8" indent="-330206">
              <a:spcBef>
                <a:spcPts val="0"/>
              </a:spcBef>
              <a:spcAft>
                <a:spcPts val="0"/>
              </a:spcAft>
              <a:buSzPts val="1600"/>
              <a:buChar char="■"/>
              <a:defRPr sz="1600"/>
            </a:lvl9pPr>
          </a:lstStyle>
          <a:p>
            <a:endParaRPr/>
          </a:p>
        </p:txBody>
      </p:sp>
      <p:sp>
        <p:nvSpPr>
          <p:cNvPr id="27" name="Google Shape;27;p5"/>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41" y="593367"/>
            <a:ext cx="113619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34"/>
              <a:buNone/>
              <a:defRPr sz="3733"/>
            </a:lvl1pPr>
            <a:lvl2pPr lvl="1">
              <a:spcBef>
                <a:spcPts val="0"/>
              </a:spcBef>
              <a:spcAft>
                <a:spcPts val="0"/>
              </a:spcAft>
              <a:buSzPts val="3734"/>
              <a:buNone/>
              <a:defRPr sz="3733"/>
            </a:lvl2pPr>
            <a:lvl3pPr lvl="2">
              <a:spcBef>
                <a:spcPts val="0"/>
              </a:spcBef>
              <a:spcAft>
                <a:spcPts val="0"/>
              </a:spcAft>
              <a:buSzPts val="3734"/>
              <a:buNone/>
              <a:defRPr sz="3733"/>
            </a:lvl3pPr>
            <a:lvl4pPr lvl="3">
              <a:spcBef>
                <a:spcPts val="0"/>
              </a:spcBef>
              <a:spcAft>
                <a:spcPts val="0"/>
              </a:spcAft>
              <a:buSzPts val="3734"/>
              <a:buNone/>
              <a:defRPr sz="3733"/>
            </a:lvl4pPr>
            <a:lvl5pPr lvl="4">
              <a:spcBef>
                <a:spcPts val="0"/>
              </a:spcBef>
              <a:spcAft>
                <a:spcPts val="0"/>
              </a:spcAft>
              <a:buSzPts val="3734"/>
              <a:buNone/>
              <a:defRPr sz="3733"/>
            </a:lvl5pPr>
            <a:lvl6pPr lvl="5">
              <a:spcBef>
                <a:spcPts val="0"/>
              </a:spcBef>
              <a:spcAft>
                <a:spcPts val="0"/>
              </a:spcAft>
              <a:buSzPts val="3734"/>
              <a:buNone/>
              <a:defRPr sz="3733"/>
            </a:lvl6pPr>
            <a:lvl7pPr lvl="6">
              <a:spcBef>
                <a:spcPts val="0"/>
              </a:spcBef>
              <a:spcAft>
                <a:spcPts val="0"/>
              </a:spcAft>
              <a:buSzPts val="3734"/>
              <a:buNone/>
              <a:defRPr sz="3733"/>
            </a:lvl7pPr>
            <a:lvl8pPr lvl="7">
              <a:spcBef>
                <a:spcPts val="0"/>
              </a:spcBef>
              <a:spcAft>
                <a:spcPts val="0"/>
              </a:spcAft>
              <a:buSzPts val="3734"/>
              <a:buNone/>
              <a:defRPr sz="3733"/>
            </a:lvl8pPr>
            <a:lvl9pPr lvl="8">
              <a:spcBef>
                <a:spcPts val="0"/>
              </a:spcBef>
              <a:spcAft>
                <a:spcPts val="0"/>
              </a:spcAft>
              <a:buSzPts val="3734"/>
              <a:buNone/>
              <a:defRPr sz="3733"/>
            </a:lvl9pPr>
          </a:lstStyle>
          <a:p>
            <a:endParaRPr/>
          </a:p>
        </p:txBody>
      </p:sp>
      <p:sp>
        <p:nvSpPr>
          <p:cNvPr id="30" name="Google Shape;30;p6"/>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15641" y="740800"/>
            <a:ext cx="37443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3" name="Google Shape;33;p7"/>
          <p:cNvSpPr txBox="1">
            <a:spLocks noGrp="1"/>
          </p:cNvSpPr>
          <p:nvPr>
            <p:ph type="body" idx="1"/>
          </p:nvPr>
        </p:nvSpPr>
        <p:spPr>
          <a:xfrm>
            <a:off x="415641" y="1852800"/>
            <a:ext cx="3744300" cy="4239300"/>
          </a:xfrm>
          <a:prstGeom prst="rect">
            <a:avLst/>
          </a:prstGeom>
        </p:spPr>
        <p:txBody>
          <a:bodyPr spcFirstLastPara="1" wrap="square" lIns="121900" tIns="121900" rIns="121900" bIns="121900" anchor="t" anchorCtr="0">
            <a:normAutofit/>
          </a:bodyPr>
          <a:lstStyle>
            <a:lvl1pPr marL="457200" lvl="0" indent="-330206">
              <a:spcBef>
                <a:spcPts val="0"/>
              </a:spcBef>
              <a:spcAft>
                <a:spcPts val="0"/>
              </a:spcAft>
              <a:buSzPts val="1600"/>
              <a:buChar char="●"/>
              <a:defRPr sz="1600"/>
            </a:lvl1pPr>
            <a:lvl2pPr marL="914400" lvl="1" indent="-330206">
              <a:spcBef>
                <a:spcPts val="0"/>
              </a:spcBef>
              <a:spcAft>
                <a:spcPts val="0"/>
              </a:spcAft>
              <a:buSzPts val="1600"/>
              <a:buChar char="○"/>
              <a:defRPr sz="1600"/>
            </a:lvl2pPr>
            <a:lvl3pPr marL="1371600" lvl="2" indent="-330206">
              <a:spcBef>
                <a:spcPts val="0"/>
              </a:spcBef>
              <a:spcAft>
                <a:spcPts val="0"/>
              </a:spcAft>
              <a:buSzPts val="1600"/>
              <a:buChar char="■"/>
              <a:defRPr sz="1600"/>
            </a:lvl3pPr>
            <a:lvl4pPr marL="1828800" lvl="3" indent="-330206">
              <a:spcBef>
                <a:spcPts val="0"/>
              </a:spcBef>
              <a:spcAft>
                <a:spcPts val="0"/>
              </a:spcAft>
              <a:buSzPts val="1600"/>
              <a:buChar char="●"/>
              <a:defRPr sz="1600"/>
            </a:lvl4pPr>
            <a:lvl5pPr marL="2286000" lvl="4" indent="-330206">
              <a:spcBef>
                <a:spcPts val="0"/>
              </a:spcBef>
              <a:spcAft>
                <a:spcPts val="0"/>
              </a:spcAft>
              <a:buSzPts val="1600"/>
              <a:buChar char="○"/>
              <a:defRPr sz="1600"/>
            </a:lvl5pPr>
            <a:lvl6pPr marL="2743200" lvl="5" indent="-330206">
              <a:spcBef>
                <a:spcPts val="0"/>
              </a:spcBef>
              <a:spcAft>
                <a:spcPts val="0"/>
              </a:spcAft>
              <a:buSzPts val="1600"/>
              <a:buChar char="■"/>
              <a:defRPr sz="1600"/>
            </a:lvl6pPr>
            <a:lvl7pPr marL="3200400" lvl="6" indent="-330206">
              <a:spcBef>
                <a:spcPts val="0"/>
              </a:spcBef>
              <a:spcAft>
                <a:spcPts val="0"/>
              </a:spcAft>
              <a:buSzPts val="1600"/>
              <a:buChar char="●"/>
              <a:defRPr sz="1600"/>
            </a:lvl7pPr>
            <a:lvl8pPr marL="3657600" lvl="7" indent="-330206">
              <a:spcBef>
                <a:spcPts val="0"/>
              </a:spcBef>
              <a:spcAft>
                <a:spcPts val="0"/>
              </a:spcAft>
              <a:buSzPts val="1600"/>
              <a:buChar char="○"/>
              <a:defRPr sz="1600"/>
            </a:lvl8pPr>
            <a:lvl9pPr marL="4114800" lvl="8" indent="-330206">
              <a:spcBef>
                <a:spcPts val="0"/>
              </a:spcBef>
              <a:spcAft>
                <a:spcPts val="0"/>
              </a:spcAft>
              <a:buSzPts val="1600"/>
              <a:buChar char="■"/>
              <a:defRPr sz="1600"/>
            </a:lvl9pPr>
          </a:lstStyle>
          <a:p>
            <a:endParaRPr/>
          </a:p>
        </p:txBody>
      </p:sp>
      <p:sp>
        <p:nvSpPr>
          <p:cNvPr id="34" name="Google Shape;34;p7"/>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653731" y="600200"/>
            <a:ext cx="84912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7" name="Google Shape;37;p8"/>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6096600" y="-167"/>
            <a:ext cx="60966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 name="Google Shape;40;p9"/>
          <p:cNvSpPr txBox="1">
            <a:spLocks noGrp="1"/>
          </p:cNvSpPr>
          <p:nvPr>
            <p:ph type="title"/>
          </p:nvPr>
        </p:nvSpPr>
        <p:spPr>
          <a:xfrm>
            <a:off x="354035" y="1644233"/>
            <a:ext cx="53940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1" name="Google Shape;41;p9"/>
          <p:cNvSpPr txBox="1">
            <a:spLocks noGrp="1"/>
          </p:cNvSpPr>
          <p:nvPr>
            <p:ph type="subTitle" idx="1"/>
          </p:nvPr>
        </p:nvSpPr>
        <p:spPr>
          <a:xfrm>
            <a:off x="354035" y="3737433"/>
            <a:ext cx="53940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2" name="Google Shape;42;p9"/>
          <p:cNvSpPr txBox="1">
            <a:spLocks noGrp="1"/>
          </p:cNvSpPr>
          <p:nvPr>
            <p:ph type="body" idx="2"/>
          </p:nvPr>
        </p:nvSpPr>
        <p:spPr>
          <a:xfrm>
            <a:off x="6586648" y="965433"/>
            <a:ext cx="5116500" cy="4926900"/>
          </a:xfrm>
          <a:prstGeom prst="rect">
            <a:avLst/>
          </a:prstGeom>
        </p:spPr>
        <p:txBody>
          <a:bodyPr spcFirstLastPara="1" wrap="square" lIns="121900" tIns="121900" rIns="121900" bIns="121900" anchor="ctr" anchorCtr="0">
            <a:normAutofit/>
          </a:bodyPr>
          <a:lstStyle>
            <a:lvl1pPr marL="457200" lvl="0" indent="-381010">
              <a:spcBef>
                <a:spcPts val="0"/>
              </a:spcBef>
              <a:spcAft>
                <a:spcPts val="0"/>
              </a:spcAft>
              <a:buSzPts val="2400"/>
              <a:buChar char="●"/>
              <a:defRPr sz="2400"/>
            </a:lvl1pPr>
            <a:lvl2pPr marL="914400" lvl="1" indent="-347141">
              <a:spcBef>
                <a:spcPts val="0"/>
              </a:spcBef>
              <a:spcAft>
                <a:spcPts val="0"/>
              </a:spcAft>
              <a:buSzPts val="1867"/>
              <a:buChar char="○"/>
              <a:defRPr sz="1866"/>
            </a:lvl2pPr>
            <a:lvl3pPr marL="1371600" lvl="2" indent="-347141">
              <a:spcBef>
                <a:spcPts val="0"/>
              </a:spcBef>
              <a:spcAft>
                <a:spcPts val="0"/>
              </a:spcAft>
              <a:buSzPts val="1867"/>
              <a:buChar char="■"/>
              <a:defRPr sz="1866"/>
            </a:lvl3pPr>
            <a:lvl4pPr marL="1828800" lvl="3" indent="-347141">
              <a:spcBef>
                <a:spcPts val="0"/>
              </a:spcBef>
              <a:spcAft>
                <a:spcPts val="0"/>
              </a:spcAft>
              <a:buSzPts val="1867"/>
              <a:buChar char="●"/>
              <a:defRPr sz="1866"/>
            </a:lvl4pPr>
            <a:lvl5pPr marL="2286000" lvl="4" indent="-347141">
              <a:spcBef>
                <a:spcPts val="0"/>
              </a:spcBef>
              <a:spcAft>
                <a:spcPts val="0"/>
              </a:spcAft>
              <a:buSzPts val="1867"/>
              <a:buChar char="○"/>
              <a:defRPr sz="1866"/>
            </a:lvl5pPr>
            <a:lvl6pPr marL="2743200" lvl="5" indent="-347141">
              <a:spcBef>
                <a:spcPts val="0"/>
              </a:spcBef>
              <a:spcAft>
                <a:spcPts val="0"/>
              </a:spcAft>
              <a:buSzPts val="1867"/>
              <a:buChar char="■"/>
              <a:defRPr sz="1866"/>
            </a:lvl6pPr>
            <a:lvl7pPr marL="3200400" lvl="6" indent="-347141">
              <a:spcBef>
                <a:spcPts val="0"/>
              </a:spcBef>
              <a:spcAft>
                <a:spcPts val="0"/>
              </a:spcAft>
              <a:buSzPts val="1867"/>
              <a:buChar char="●"/>
              <a:defRPr sz="1866"/>
            </a:lvl7pPr>
            <a:lvl8pPr marL="3657600" lvl="7" indent="-347141">
              <a:spcBef>
                <a:spcPts val="0"/>
              </a:spcBef>
              <a:spcAft>
                <a:spcPts val="0"/>
              </a:spcAft>
              <a:buSzPts val="1867"/>
              <a:buChar char="○"/>
              <a:defRPr sz="1866"/>
            </a:lvl8pPr>
            <a:lvl9pPr marL="4114800" lvl="8" indent="-347141">
              <a:spcBef>
                <a:spcPts val="0"/>
              </a:spcBef>
              <a:spcAft>
                <a:spcPts val="0"/>
              </a:spcAft>
              <a:buSzPts val="1867"/>
              <a:buChar char="■"/>
              <a:defRPr sz="1866"/>
            </a:lvl9pPr>
          </a:lstStyle>
          <a:p>
            <a:endParaRPr/>
          </a:p>
        </p:txBody>
      </p:sp>
      <p:sp>
        <p:nvSpPr>
          <p:cNvPr id="43" name="Google Shape;43;p9"/>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415641" y="5640767"/>
            <a:ext cx="79992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sz="2400"/>
            </a:lvl1pPr>
          </a:lstStyle>
          <a:p>
            <a:endParaRPr/>
          </a:p>
        </p:txBody>
      </p:sp>
      <p:sp>
        <p:nvSpPr>
          <p:cNvPr id="46" name="Google Shape;46;p10"/>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415641" y="1474833"/>
            <a:ext cx="113619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1"/>
              <a:buNone/>
              <a:defRPr sz="16001"/>
            </a:lvl1pPr>
            <a:lvl2pPr lvl="1" algn="ctr">
              <a:spcBef>
                <a:spcPts val="0"/>
              </a:spcBef>
              <a:spcAft>
                <a:spcPts val="0"/>
              </a:spcAft>
              <a:buSzPts val="16001"/>
              <a:buNone/>
              <a:defRPr sz="16001"/>
            </a:lvl2pPr>
            <a:lvl3pPr lvl="2" algn="ctr">
              <a:spcBef>
                <a:spcPts val="0"/>
              </a:spcBef>
              <a:spcAft>
                <a:spcPts val="0"/>
              </a:spcAft>
              <a:buSzPts val="16001"/>
              <a:buNone/>
              <a:defRPr sz="16001"/>
            </a:lvl3pPr>
            <a:lvl4pPr lvl="3" algn="ctr">
              <a:spcBef>
                <a:spcPts val="0"/>
              </a:spcBef>
              <a:spcAft>
                <a:spcPts val="0"/>
              </a:spcAft>
              <a:buSzPts val="16001"/>
              <a:buNone/>
              <a:defRPr sz="16001"/>
            </a:lvl4pPr>
            <a:lvl5pPr lvl="4" algn="ctr">
              <a:spcBef>
                <a:spcPts val="0"/>
              </a:spcBef>
              <a:spcAft>
                <a:spcPts val="0"/>
              </a:spcAft>
              <a:buSzPts val="16001"/>
              <a:buNone/>
              <a:defRPr sz="16001"/>
            </a:lvl5pPr>
            <a:lvl6pPr lvl="5" algn="ctr">
              <a:spcBef>
                <a:spcPts val="0"/>
              </a:spcBef>
              <a:spcAft>
                <a:spcPts val="0"/>
              </a:spcAft>
              <a:buSzPts val="16001"/>
              <a:buNone/>
              <a:defRPr sz="16001"/>
            </a:lvl6pPr>
            <a:lvl7pPr lvl="6" algn="ctr">
              <a:spcBef>
                <a:spcPts val="0"/>
              </a:spcBef>
              <a:spcAft>
                <a:spcPts val="0"/>
              </a:spcAft>
              <a:buSzPts val="16001"/>
              <a:buNone/>
              <a:defRPr sz="16001"/>
            </a:lvl7pPr>
            <a:lvl8pPr lvl="7" algn="ctr">
              <a:spcBef>
                <a:spcPts val="0"/>
              </a:spcBef>
              <a:spcAft>
                <a:spcPts val="0"/>
              </a:spcAft>
              <a:buSzPts val="16001"/>
              <a:buNone/>
              <a:defRPr sz="16001"/>
            </a:lvl8pPr>
            <a:lvl9pPr lvl="8" algn="ctr">
              <a:spcBef>
                <a:spcPts val="0"/>
              </a:spcBef>
              <a:spcAft>
                <a:spcPts val="0"/>
              </a:spcAft>
              <a:buSzPts val="16001"/>
              <a:buNone/>
              <a:defRPr sz="16001"/>
            </a:lvl9pPr>
          </a:lstStyle>
          <a:p>
            <a:r>
              <a:t>xx%</a:t>
            </a:r>
          </a:p>
        </p:txBody>
      </p:sp>
      <p:sp>
        <p:nvSpPr>
          <p:cNvPr id="49" name="Google Shape;49;p11"/>
          <p:cNvSpPr txBox="1">
            <a:spLocks noGrp="1"/>
          </p:cNvSpPr>
          <p:nvPr>
            <p:ph type="body" idx="1"/>
          </p:nvPr>
        </p:nvSpPr>
        <p:spPr>
          <a:xfrm>
            <a:off x="415641" y="4202967"/>
            <a:ext cx="11361900" cy="1734300"/>
          </a:xfrm>
          <a:prstGeom prst="rect">
            <a:avLst/>
          </a:prstGeom>
        </p:spPr>
        <p:txBody>
          <a:bodyPr spcFirstLastPara="1" wrap="square" lIns="121900" tIns="121900" rIns="121900" bIns="121900" anchor="t" anchorCtr="0">
            <a:normAutofit/>
          </a:bodyPr>
          <a:lstStyle>
            <a:lvl1pPr marL="457200" lvl="0" indent="-381010" algn="ctr">
              <a:spcBef>
                <a:spcPts val="0"/>
              </a:spcBef>
              <a:spcAft>
                <a:spcPts val="0"/>
              </a:spcAft>
              <a:buSzPts val="2400"/>
              <a:buChar char="●"/>
              <a:defRPr sz="2400"/>
            </a:lvl1pPr>
            <a:lvl2pPr marL="914400" lvl="1" indent="-347141" algn="ctr">
              <a:spcBef>
                <a:spcPts val="0"/>
              </a:spcBef>
              <a:spcAft>
                <a:spcPts val="0"/>
              </a:spcAft>
              <a:buSzPts val="1867"/>
              <a:buChar char="○"/>
              <a:defRPr sz="1866"/>
            </a:lvl2pPr>
            <a:lvl3pPr marL="1371600" lvl="2" indent="-347141" algn="ctr">
              <a:spcBef>
                <a:spcPts val="0"/>
              </a:spcBef>
              <a:spcAft>
                <a:spcPts val="0"/>
              </a:spcAft>
              <a:buSzPts val="1867"/>
              <a:buChar char="■"/>
              <a:defRPr sz="1866"/>
            </a:lvl3pPr>
            <a:lvl4pPr marL="1828800" lvl="3" indent="-347141" algn="ctr">
              <a:spcBef>
                <a:spcPts val="0"/>
              </a:spcBef>
              <a:spcAft>
                <a:spcPts val="0"/>
              </a:spcAft>
              <a:buSzPts val="1867"/>
              <a:buChar char="●"/>
              <a:defRPr sz="1866"/>
            </a:lvl4pPr>
            <a:lvl5pPr marL="2286000" lvl="4" indent="-347141" algn="ctr">
              <a:spcBef>
                <a:spcPts val="0"/>
              </a:spcBef>
              <a:spcAft>
                <a:spcPts val="0"/>
              </a:spcAft>
              <a:buSzPts val="1867"/>
              <a:buChar char="○"/>
              <a:defRPr sz="1866"/>
            </a:lvl5pPr>
            <a:lvl6pPr marL="2743200" lvl="5" indent="-347141" algn="ctr">
              <a:spcBef>
                <a:spcPts val="0"/>
              </a:spcBef>
              <a:spcAft>
                <a:spcPts val="0"/>
              </a:spcAft>
              <a:buSzPts val="1867"/>
              <a:buChar char="■"/>
              <a:defRPr sz="1866"/>
            </a:lvl6pPr>
            <a:lvl7pPr marL="3200400" lvl="6" indent="-347141" algn="ctr">
              <a:spcBef>
                <a:spcPts val="0"/>
              </a:spcBef>
              <a:spcAft>
                <a:spcPts val="0"/>
              </a:spcAft>
              <a:buSzPts val="1867"/>
              <a:buChar char="●"/>
              <a:defRPr sz="1866"/>
            </a:lvl7pPr>
            <a:lvl8pPr marL="3657600" lvl="7" indent="-347141" algn="ctr">
              <a:spcBef>
                <a:spcPts val="0"/>
              </a:spcBef>
              <a:spcAft>
                <a:spcPts val="0"/>
              </a:spcAft>
              <a:buSzPts val="1867"/>
              <a:buChar char="○"/>
              <a:defRPr sz="1866"/>
            </a:lvl8pPr>
            <a:lvl9pPr marL="4114800" lvl="8" indent="-347141" algn="ctr">
              <a:spcBef>
                <a:spcPts val="0"/>
              </a:spcBef>
              <a:spcAft>
                <a:spcPts val="0"/>
              </a:spcAft>
              <a:buSzPts val="1867"/>
              <a:buChar char="■"/>
              <a:defRPr sz="1866"/>
            </a:lvl9pPr>
          </a:lstStyle>
          <a:p>
            <a:endParaRPr/>
          </a:p>
        </p:txBody>
      </p:sp>
      <p:sp>
        <p:nvSpPr>
          <p:cNvPr id="50" name="Google Shape;50;p11"/>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cabezado de sección 1">
  <p:cSld name="SECTION_HEADER_1">
    <p:spTree>
      <p:nvGrpSpPr>
        <p:cNvPr id="1" name="Shape 53"/>
        <p:cNvGrpSpPr/>
        <p:nvPr/>
      </p:nvGrpSpPr>
      <p:grpSpPr>
        <a:xfrm>
          <a:off x="0" y="0"/>
          <a:ext cx="0" cy="0"/>
          <a:chOff x="0" y="0"/>
          <a:chExt cx="0" cy="0"/>
        </a:xfrm>
      </p:grpSpPr>
      <p:sp>
        <p:nvSpPr>
          <p:cNvPr id="54" name="Google Shape;54;p13"/>
          <p:cNvSpPr/>
          <p:nvPr/>
        </p:nvSpPr>
        <p:spPr>
          <a:xfrm>
            <a:off x="0" y="1"/>
            <a:ext cx="12193200" cy="6858000"/>
          </a:xfrm>
          <a:prstGeom prst="rect">
            <a:avLst/>
          </a:pr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 name="Google Shape;55;p13"/>
          <p:cNvSpPr txBox="1">
            <a:spLocks noGrp="1"/>
          </p:cNvSpPr>
          <p:nvPr>
            <p:ph type="title"/>
          </p:nvPr>
        </p:nvSpPr>
        <p:spPr>
          <a:xfrm>
            <a:off x="831932" y="1709738"/>
            <a:ext cx="105165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Montserrat"/>
              <a:buNone/>
              <a:defRPr sz="5400">
                <a:solidFill>
                  <a:schemeClr val="lt1"/>
                </a:solidFill>
              </a:defRPr>
            </a:lvl1pPr>
            <a:lvl2pPr lvl="1">
              <a:spcBef>
                <a:spcPts val="0"/>
              </a:spcBef>
              <a:spcAft>
                <a:spcPts val="0"/>
              </a:spcAft>
              <a:buSzPts val="3734"/>
              <a:buNone/>
              <a:defRPr/>
            </a:lvl2pPr>
            <a:lvl3pPr lvl="2">
              <a:spcBef>
                <a:spcPts val="0"/>
              </a:spcBef>
              <a:spcAft>
                <a:spcPts val="0"/>
              </a:spcAft>
              <a:buSzPts val="3734"/>
              <a:buNone/>
              <a:defRPr/>
            </a:lvl3pPr>
            <a:lvl4pPr lvl="3">
              <a:spcBef>
                <a:spcPts val="0"/>
              </a:spcBef>
              <a:spcAft>
                <a:spcPts val="0"/>
              </a:spcAft>
              <a:buSzPts val="3734"/>
              <a:buNone/>
              <a:defRPr/>
            </a:lvl4pPr>
            <a:lvl5pPr lvl="4">
              <a:spcBef>
                <a:spcPts val="0"/>
              </a:spcBef>
              <a:spcAft>
                <a:spcPts val="0"/>
              </a:spcAft>
              <a:buSzPts val="3734"/>
              <a:buNone/>
              <a:defRPr/>
            </a:lvl5pPr>
            <a:lvl6pPr lvl="5">
              <a:spcBef>
                <a:spcPts val="0"/>
              </a:spcBef>
              <a:spcAft>
                <a:spcPts val="0"/>
              </a:spcAft>
              <a:buSzPts val="3734"/>
              <a:buNone/>
              <a:defRPr/>
            </a:lvl6pPr>
            <a:lvl7pPr lvl="6">
              <a:spcBef>
                <a:spcPts val="0"/>
              </a:spcBef>
              <a:spcAft>
                <a:spcPts val="0"/>
              </a:spcAft>
              <a:buSzPts val="3734"/>
              <a:buNone/>
              <a:defRPr/>
            </a:lvl7pPr>
            <a:lvl8pPr lvl="7">
              <a:spcBef>
                <a:spcPts val="0"/>
              </a:spcBef>
              <a:spcAft>
                <a:spcPts val="0"/>
              </a:spcAft>
              <a:buSzPts val="3734"/>
              <a:buNone/>
              <a:defRPr/>
            </a:lvl8pPr>
            <a:lvl9pPr lvl="8">
              <a:spcBef>
                <a:spcPts val="0"/>
              </a:spcBef>
              <a:spcAft>
                <a:spcPts val="0"/>
              </a:spcAft>
              <a:buSzPts val="3734"/>
              <a:buNone/>
              <a:defRPr/>
            </a:lvl9pPr>
          </a:lstStyle>
          <a:p>
            <a:endParaRPr/>
          </a:p>
        </p:txBody>
      </p:sp>
      <p:sp>
        <p:nvSpPr>
          <p:cNvPr id="56" name="Google Shape;56;p13"/>
          <p:cNvSpPr txBox="1">
            <a:spLocks noGrp="1"/>
          </p:cNvSpPr>
          <p:nvPr>
            <p:ph type="body" idx="1"/>
          </p:nvPr>
        </p:nvSpPr>
        <p:spPr>
          <a:xfrm>
            <a:off x="831932" y="4589463"/>
            <a:ext cx="105165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000"/>
              <a:buNone/>
              <a:defRPr sz="2000">
                <a:solidFill>
                  <a:srgbClr val="757575"/>
                </a:solidFill>
              </a:defRPr>
            </a:lvl1pPr>
            <a:lvl2pPr marL="914400" lvl="1" indent="-228600" algn="l">
              <a:lnSpc>
                <a:spcPct val="90000"/>
              </a:lnSpc>
              <a:spcBef>
                <a:spcPts val="1600"/>
              </a:spcBef>
              <a:spcAft>
                <a:spcPts val="0"/>
              </a:spcAft>
              <a:buClr>
                <a:srgbClr val="757575"/>
              </a:buClr>
              <a:buSzPts val="2000"/>
              <a:buNone/>
              <a:defRPr sz="2000">
                <a:solidFill>
                  <a:srgbClr val="757575"/>
                </a:solidFill>
              </a:defRPr>
            </a:lvl2pPr>
            <a:lvl3pPr marL="1371600" lvl="2" indent="-228600" algn="l">
              <a:lnSpc>
                <a:spcPct val="90000"/>
              </a:lnSpc>
              <a:spcBef>
                <a:spcPts val="1600"/>
              </a:spcBef>
              <a:spcAft>
                <a:spcPts val="0"/>
              </a:spcAft>
              <a:buClr>
                <a:srgbClr val="757575"/>
              </a:buClr>
              <a:buSzPts val="1800"/>
              <a:buNone/>
              <a:defRPr sz="1800">
                <a:solidFill>
                  <a:srgbClr val="757575"/>
                </a:solidFill>
              </a:defRPr>
            </a:lvl3pPr>
            <a:lvl4pPr marL="1828800" lvl="3" indent="-228600" algn="l">
              <a:lnSpc>
                <a:spcPct val="90000"/>
              </a:lnSpc>
              <a:spcBef>
                <a:spcPts val="1600"/>
              </a:spcBef>
              <a:spcAft>
                <a:spcPts val="0"/>
              </a:spcAft>
              <a:buClr>
                <a:srgbClr val="757575"/>
              </a:buClr>
              <a:buSzPts val="1600"/>
              <a:buNone/>
              <a:defRPr sz="1600">
                <a:solidFill>
                  <a:srgbClr val="757575"/>
                </a:solidFill>
              </a:defRPr>
            </a:lvl4pPr>
            <a:lvl5pPr marL="2286000" lvl="4" indent="-228600" algn="l">
              <a:lnSpc>
                <a:spcPct val="90000"/>
              </a:lnSpc>
              <a:spcBef>
                <a:spcPts val="1600"/>
              </a:spcBef>
              <a:spcAft>
                <a:spcPts val="0"/>
              </a:spcAft>
              <a:buClr>
                <a:srgbClr val="757575"/>
              </a:buClr>
              <a:buSzPts val="1600"/>
              <a:buNone/>
              <a:defRPr sz="1600">
                <a:solidFill>
                  <a:srgbClr val="757575"/>
                </a:solidFill>
              </a:defRPr>
            </a:lvl5pPr>
            <a:lvl6pPr marL="2743200" lvl="5" indent="-228600" algn="l">
              <a:lnSpc>
                <a:spcPct val="90000"/>
              </a:lnSpc>
              <a:spcBef>
                <a:spcPts val="1600"/>
              </a:spcBef>
              <a:spcAft>
                <a:spcPts val="0"/>
              </a:spcAft>
              <a:buClr>
                <a:srgbClr val="757575"/>
              </a:buClr>
              <a:buSzPts val="1600"/>
              <a:buNone/>
              <a:defRPr sz="1600">
                <a:solidFill>
                  <a:srgbClr val="757575"/>
                </a:solidFill>
              </a:defRPr>
            </a:lvl6pPr>
            <a:lvl7pPr marL="3200400" lvl="6" indent="-228600" algn="l">
              <a:lnSpc>
                <a:spcPct val="90000"/>
              </a:lnSpc>
              <a:spcBef>
                <a:spcPts val="1600"/>
              </a:spcBef>
              <a:spcAft>
                <a:spcPts val="0"/>
              </a:spcAft>
              <a:buClr>
                <a:srgbClr val="757575"/>
              </a:buClr>
              <a:buSzPts val="1600"/>
              <a:buNone/>
              <a:defRPr sz="1600">
                <a:solidFill>
                  <a:srgbClr val="757575"/>
                </a:solidFill>
              </a:defRPr>
            </a:lvl7pPr>
            <a:lvl8pPr marL="3657600" lvl="7" indent="-228600" algn="l">
              <a:lnSpc>
                <a:spcPct val="90000"/>
              </a:lnSpc>
              <a:spcBef>
                <a:spcPts val="1600"/>
              </a:spcBef>
              <a:spcAft>
                <a:spcPts val="0"/>
              </a:spcAft>
              <a:buClr>
                <a:srgbClr val="757575"/>
              </a:buClr>
              <a:buSzPts val="1600"/>
              <a:buNone/>
              <a:defRPr sz="1600">
                <a:solidFill>
                  <a:srgbClr val="757575"/>
                </a:solidFill>
              </a:defRPr>
            </a:lvl8pPr>
            <a:lvl9pPr marL="4114800" lvl="8" indent="-228600" algn="l">
              <a:lnSpc>
                <a:spcPct val="90000"/>
              </a:lnSpc>
              <a:spcBef>
                <a:spcPts val="1600"/>
              </a:spcBef>
              <a:spcAft>
                <a:spcPts val="1600"/>
              </a:spcAft>
              <a:buClr>
                <a:srgbClr val="757575"/>
              </a:buClr>
              <a:buSzPts val="1600"/>
              <a:buNone/>
              <a:defRPr sz="1600">
                <a:solidFill>
                  <a:srgbClr val="757575"/>
                </a:solidFill>
              </a:defRPr>
            </a:lvl9pPr>
          </a:lstStyle>
          <a:p>
            <a:endParaRPr/>
          </a:p>
        </p:txBody>
      </p:sp>
      <p:sp>
        <p:nvSpPr>
          <p:cNvPr id="57" name="Google Shape;57;p13"/>
          <p:cNvSpPr txBox="1">
            <a:spLocks noGrp="1"/>
          </p:cNvSpPr>
          <p:nvPr>
            <p:ph type="dt" idx="10"/>
          </p:nvPr>
        </p:nvSpPr>
        <p:spPr>
          <a:xfrm>
            <a:off x="838283" y="6356350"/>
            <a:ext cx="27435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3"/>
          <p:cNvSpPr txBox="1">
            <a:spLocks noGrp="1"/>
          </p:cNvSpPr>
          <p:nvPr>
            <p:ph type="ftr" idx="11"/>
          </p:nvPr>
        </p:nvSpPr>
        <p:spPr>
          <a:xfrm>
            <a:off x="4038997" y="6356350"/>
            <a:ext cx="41151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3"/>
          <p:cNvSpPr txBox="1">
            <a:spLocks noGrp="1"/>
          </p:cNvSpPr>
          <p:nvPr>
            <p:ph type="sldNum" idx="12"/>
          </p:nvPr>
        </p:nvSpPr>
        <p:spPr>
          <a:xfrm>
            <a:off x="8611448" y="6356350"/>
            <a:ext cx="27435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olo el título 1">
  <p:cSld name="Solo el título">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838282" y="543378"/>
            <a:ext cx="10516500" cy="13257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3567"/>
              </a:buClr>
              <a:buSzPts val="4400"/>
              <a:buFont typeface="Montserrat"/>
              <a:buNone/>
              <a:defRPr/>
            </a:lvl1pPr>
            <a:lvl2pPr lvl="1">
              <a:spcBef>
                <a:spcPts val="0"/>
              </a:spcBef>
              <a:spcAft>
                <a:spcPts val="0"/>
              </a:spcAft>
              <a:buSzPts val="3734"/>
              <a:buNone/>
              <a:defRPr/>
            </a:lvl2pPr>
            <a:lvl3pPr lvl="2">
              <a:spcBef>
                <a:spcPts val="0"/>
              </a:spcBef>
              <a:spcAft>
                <a:spcPts val="0"/>
              </a:spcAft>
              <a:buSzPts val="3734"/>
              <a:buNone/>
              <a:defRPr/>
            </a:lvl3pPr>
            <a:lvl4pPr lvl="3">
              <a:spcBef>
                <a:spcPts val="0"/>
              </a:spcBef>
              <a:spcAft>
                <a:spcPts val="0"/>
              </a:spcAft>
              <a:buSzPts val="3734"/>
              <a:buNone/>
              <a:defRPr/>
            </a:lvl4pPr>
            <a:lvl5pPr lvl="4">
              <a:spcBef>
                <a:spcPts val="0"/>
              </a:spcBef>
              <a:spcAft>
                <a:spcPts val="0"/>
              </a:spcAft>
              <a:buSzPts val="3734"/>
              <a:buNone/>
              <a:defRPr/>
            </a:lvl5pPr>
            <a:lvl6pPr lvl="5">
              <a:spcBef>
                <a:spcPts val="0"/>
              </a:spcBef>
              <a:spcAft>
                <a:spcPts val="0"/>
              </a:spcAft>
              <a:buSzPts val="3734"/>
              <a:buNone/>
              <a:defRPr/>
            </a:lvl6pPr>
            <a:lvl7pPr lvl="6">
              <a:spcBef>
                <a:spcPts val="0"/>
              </a:spcBef>
              <a:spcAft>
                <a:spcPts val="0"/>
              </a:spcAft>
              <a:buSzPts val="3734"/>
              <a:buNone/>
              <a:defRPr/>
            </a:lvl7pPr>
            <a:lvl8pPr lvl="7">
              <a:spcBef>
                <a:spcPts val="0"/>
              </a:spcBef>
              <a:spcAft>
                <a:spcPts val="0"/>
              </a:spcAft>
              <a:buSzPts val="3734"/>
              <a:buNone/>
              <a:defRPr/>
            </a:lvl8pPr>
            <a:lvl9pPr lvl="8">
              <a:spcBef>
                <a:spcPts val="0"/>
              </a:spcBef>
              <a:spcAft>
                <a:spcPts val="0"/>
              </a:spcAft>
              <a:buSzPts val="3734"/>
              <a:buNone/>
              <a:defRPr/>
            </a:lvl9pPr>
          </a:lstStyle>
          <a:p>
            <a:endParaRPr/>
          </a:p>
        </p:txBody>
      </p:sp>
      <p:sp>
        <p:nvSpPr>
          <p:cNvPr id="62" name="Google Shape;62;p14"/>
          <p:cNvSpPr txBox="1">
            <a:spLocks noGrp="1"/>
          </p:cNvSpPr>
          <p:nvPr>
            <p:ph type="dt" idx="10"/>
          </p:nvPr>
        </p:nvSpPr>
        <p:spPr>
          <a:xfrm>
            <a:off x="838283" y="6356350"/>
            <a:ext cx="27435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4038997" y="6356350"/>
            <a:ext cx="41151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8611448" y="6356350"/>
            <a:ext cx="27435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419"/>
              <a:t>‹Nº›</a:t>
            </a:fld>
            <a:endParaRPr/>
          </a:p>
        </p:txBody>
      </p:sp>
      <p:sp>
        <p:nvSpPr>
          <p:cNvPr id="65" name="Google Shape;65;p14"/>
          <p:cNvSpPr/>
          <p:nvPr/>
        </p:nvSpPr>
        <p:spPr>
          <a:xfrm rot="10800000">
            <a:off x="2667938" y="0"/>
            <a:ext cx="6858000" cy="515119"/>
          </a:xfrm>
          <a:custGeom>
            <a:avLst/>
            <a:gdLst/>
            <a:ahLst/>
            <a:cxnLst/>
            <a:rect l="l" t="t" r="r" b="b"/>
            <a:pathLst>
              <a:path w="6858000" h="515119" extrusionOk="0">
                <a:moveTo>
                  <a:pt x="423926" y="0"/>
                </a:moveTo>
                <a:lnTo>
                  <a:pt x="6434074" y="0"/>
                </a:lnTo>
                <a:cubicBezTo>
                  <a:pt x="6668202" y="0"/>
                  <a:pt x="6858000" y="189798"/>
                  <a:pt x="6858000" y="423926"/>
                </a:cubicBezTo>
                <a:lnTo>
                  <a:pt x="6858000" y="515119"/>
                </a:lnTo>
                <a:lnTo>
                  <a:pt x="0" y="515119"/>
                </a:lnTo>
                <a:lnTo>
                  <a:pt x="0" y="423926"/>
                </a:lnTo>
                <a:cubicBezTo>
                  <a:pt x="0" y="189798"/>
                  <a:pt x="189798" y="0"/>
                  <a:pt x="423926" y="0"/>
                </a:cubicBezTo>
                <a:close/>
              </a:path>
            </a:pathLst>
          </a:cu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 name="Google Shape;66;p14"/>
          <p:cNvSpPr/>
          <p:nvPr/>
        </p:nvSpPr>
        <p:spPr>
          <a:xfrm>
            <a:off x="4598624" y="6332714"/>
            <a:ext cx="2996100" cy="209400"/>
          </a:xfrm>
          <a:prstGeom prst="roundRect">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 name="Google Shape;67;p14"/>
          <p:cNvSpPr txBox="1">
            <a:spLocks noGrp="1"/>
          </p:cNvSpPr>
          <p:nvPr>
            <p:ph type="body" idx="1"/>
          </p:nvPr>
        </p:nvSpPr>
        <p:spPr>
          <a:xfrm>
            <a:off x="838282" y="1825625"/>
            <a:ext cx="105165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838282" y="365125"/>
            <a:ext cx="105165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3567"/>
              </a:buClr>
              <a:buSzPts val="1800"/>
              <a:buNone/>
              <a:defRPr/>
            </a:lvl1pPr>
            <a:lvl2pPr lvl="1">
              <a:spcBef>
                <a:spcPts val="0"/>
              </a:spcBef>
              <a:spcAft>
                <a:spcPts val="0"/>
              </a:spcAft>
              <a:buSzPts val="3734"/>
              <a:buNone/>
              <a:defRPr/>
            </a:lvl2pPr>
            <a:lvl3pPr lvl="2">
              <a:spcBef>
                <a:spcPts val="0"/>
              </a:spcBef>
              <a:spcAft>
                <a:spcPts val="0"/>
              </a:spcAft>
              <a:buSzPts val="3734"/>
              <a:buNone/>
              <a:defRPr/>
            </a:lvl3pPr>
            <a:lvl4pPr lvl="3">
              <a:spcBef>
                <a:spcPts val="0"/>
              </a:spcBef>
              <a:spcAft>
                <a:spcPts val="0"/>
              </a:spcAft>
              <a:buSzPts val="3734"/>
              <a:buNone/>
              <a:defRPr/>
            </a:lvl4pPr>
            <a:lvl5pPr lvl="4">
              <a:spcBef>
                <a:spcPts val="0"/>
              </a:spcBef>
              <a:spcAft>
                <a:spcPts val="0"/>
              </a:spcAft>
              <a:buSzPts val="3734"/>
              <a:buNone/>
              <a:defRPr/>
            </a:lvl5pPr>
            <a:lvl6pPr lvl="5">
              <a:spcBef>
                <a:spcPts val="0"/>
              </a:spcBef>
              <a:spcAft>
                <a:spcPts val="0"/>
              </a:spcAft>
              <a:buSzPts val="3734"/>
              <a:buNone/>
              <a:defRPr/>
            </a:lvl6pPr>
            <a:lvl7pPr lvl="6">
              <a:spcBef>
                <a:spcPts val="0"/>
              </a:spcBef>
              <a:spcAft>
                <a:spcPts val="0"/>
              </a:spcAft>
              <a:buSzPts val="3734"/>
              <a:buNone/>
              <a:defRPr/>
            </a:lvl7pPr>
            <a:lvl8pPr lvl="7">
              <a:spcBef>
                <a:spcPts val="0"/>
              </a:spcBef>
              <a:spcAft>
                <a:spcPts val="0"/>
              </a:spcAft>
              <a:buSzPts val="3734"/>
              <a:buNone/>
              <a:defRPr/>
            </a:lvl8pPr>
            <a:lvl9pPr lvl="8">
              <a:spcBef>
                <a:spcPts val="0"/>
              </a:spcBef>
              <a:spcAft>
                <a:spcPts val="0"/>
              </a:spcAft>
              <a:buSzPts val="3734"/>
              <a:buNone/>
              <a:defRPr/>
            </a:lvl9pPr>
          </a:lstStyle>
          <a:p>
            <a:endParaRPr/>
          </a:p>
        </p:txBody>
      </p:sp>
      <p:sp>
        <p:nvSpPr>
          <p:cNvPr id="70" name="Google Shape;70;p15"/>
          <p:cNvSpPr txBox="1">
            <a:spLocks noGrp="1"/>
          </p:cNvSpPr>
          <p:nvPr>
            <p:ph type="body" idx="1"/>
          </p:nvPr>
        </p:nvSpPr>
        <p:spPr>
          <a:xfrm>
            <a:off x="838282" y="1825625"/>
            <a:ext cx="105165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
        <p:nvSpPr>
          <p:cNvPr id="71" name="Google Shape;71;p15"/>
          <p:cNvSpPr txBox="1">
            <a:spLocks noGrp="1"/>
          </p:cNvSpPr>
          <p:nvPr>
            <p:ph type="dt" idx="10"/>
          </p:nvPr>
        </p:nvSpPr>
        <p:spPr>
          <a:xfrm>
            <a:off x="838283" y="6356350"/>
            <a:ext cx="27435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5"/>
          <p:cNvSpPr txBox="1">
            <a:spLocks noGrp="1"/>
          </p:cNvSpPr>
          <p:nvPr>
            <p:ph type="ftr" idx="11"/>
          </p:nvPr>
        </p:nvSpPr>
        <p:spPr>
          <a:xfrm>
            <a:off x="4038997" y="6356350"/>
            <a:ext cx="41151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5"/>
          <p:cNvSpPr txBox="1">
            <a:spLocks noGrp="1"/>
          </p:cNvSpPr>
          <p:nvPr>
            <p:ph type="sldNum" idx="12"/>
          </p:nvPr>
        </p:nvSpPr>
        <p:spPr>
          <a:xfrm>
            <a:off x="8611448" y="6356350"/>
            <a:ext cx="27435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419"/>
              <a:t>‹Nº›</a:t>
            </a:fld>
            <a:endParaRPr/>
          </a:p>
        </p:txBody>
      </p:sp>
      <p:sp>
        <p:nvSpPr>
          <p:cNvPr id="74" name="Google Shape;74;p15"/>
          <p:cNvSpPr/>
          <p:nvPr/>
        </p:nvSpPr>
        <p:spPr>
          <a:xfrm>
            <a:off x="11804280" y="0"/>
            <a:ext cx="388883" cy="1980910"/>
          </a:xfrm>
          <a:custGeom>
            <a:avLst/>
            <a:gdLst/>
            <a:ahLst/>
            <a:cxnLst/>
            <a:rect l="l" t="t" r="r" b="b"/>
            <a:pathLst>
              <a:path w="388883" h="1980910" extrusionOk="0">
                <a:moveTo>
                  <a:pt x="0" y="0"/>
                </a:moveTo>
                <a:lnTo>
                  <a:pt x="388883" y="0"/>
                </a:lnTo>
                <a:lnTo>
                  <a:pt x="388883" y="1980910"/>
                </a:lnTo>
                <a:lnTo>
                  <a:pt x="338490" y="1975830"/>
                </a:lnTo>
                <a:cubicBezTo>
                  <a:pt x="145314" y="1936301"/>
                  <a:pt x="0" y="1765379"/>
                  <a:pt x="0" y="1560517"/>
                </a:cubicBezTo>
                <a:close/>
              </a:path>
            </a:pathLst>
          </a:cu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 name="Google Shape;75;p15"/>
          <p:cNvSpPr/>
          <p:nvPr/>
        </p:nvSpPr>
        <p:spPr>
          <a:xfrm>
            <a:off x="2667263" y="6342881"/>
            <a:ext cx="6858000" cy="515119"/>
          </a:xfrm>
          <a:custGeom>
            <a:avLst/>
            <a:gdLst/>
            <a:ahLst/>
            <a:cxnLst/>
            <a:rect l="l" t="t" r="r" b="b"/>
            <a:pathLst>
              <a:path w="6858000" h="515119" extrusionOk="0">
                <a:moveTo>
                  <a:pt x="423926" y="0"/>
                </a:moveTo>
                <a:lnTo>
                  <a:pt x="6434074" y="0"/>
                </a:lnTo>
                <a:cubicBezTo>
                  <a:pt x="6668202" y="0"/>
                  <a:pt x="6858000" y="189798"/>
                  <a:pt x="6858000" y="423926"/>
                </a:cubicBezTo>
                <a:lnTo>
                  <a:pt x="6858000" y="515119"/>
                </a:lnTo>
                <a:lnTo>
                  <a:pt x="0" y="515119"/>
                </a:lnTo>
                <a:lnTo>
                  <a:pt x="0" y="423926"/>
                </a:lnTo>
                <a:cubicBezTo>
                  <a:pt x="0" y="189798"/>
                  <a:pt x="189798" y="0"/>
                  <a:pt x="423926" y="0"/>
                </a:cubicBezTo>
                <a:close/>
              </a:path>
            </a:pathLst>
          </a:cu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Solo el título">
  <p:cSld name="1_Solo el título">
    <p:spTree>
      <p:nvGrpSpPr>
        <p:cNvPr id="1" name="Shape 76"/>
        <p:cNvGrpSpPr/>
        <p:nvPr/>
      </p:nvGrpSpPr>
      <p:grpSpPr>
        <a:xfrm>
          <a:off x="0" y="0"/>
          <a:ext cx="0" cy="0"/>
          <a:chOff x="0" y="0"/>
          <a:chExt cx="0" cy="0"/>
        </a:xfrm>
      </p:grpSpPr>
      <p:sp>
        <p:nvSpPr>
          <p:cNvPr id="77" name="Google Shape;77;p16"/>
          <p:cNvSpPr/>
          <p:nvPr/>
        </p:nvSpPr>
        <p:spPr>
          <a:xfrm>
            <a:off x="0" y="1"/>
            <a:ext cx="12193200" cy="6858000"/>
          </a:xfrm>
          <a:prstGeom prst="rect">
            <a:avLst/>
          </a:pr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41" y="593367"/>
            <a:ext cx="113619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rgbClr val="351C75"/>
              </a:buClr>
              <a:buSzPts val="3434"/>
              <a:buFont typeface="Montserrat"/>
              <a:buNone/>
              <a:defRPr sz="3433" b="1">
                <a:solidFill>
                  <a:srgbClr val="351C75"/>
                </a:solidFill>
                <a:latin typeface="Montserrat"/>
                <a:ea typeface="Montserrat"/>
                <a:cs typeface="Montserrat"/>
                <a:sym typeface="Montserrat"/>
              </a:defRPr>
            </a:lvl1pPr>
            <a:lvl2pPr lvl="1">
              <a:spcBef>
                <a:spcPts val="0"/>
              </a:spcBef>
              <a:spcAft>
                <a:spcPts val="0"/>
              </a:spcAft>
              <a:buClr>
                <a:schemeClr val="dk1"/>
              </a:buClr>
              <a:buSzPts val="3734"/>
              <a:buNone/>
              <a:defRPr sz="3733">
                <a:solidFill>
                  <a:schemeClr val="dk1"/>
                </a:solidFill>
              </a:defRPr>
            </a:lvl2pPr>
            <a:lvl3pPr lvl="2">
              <a:spcBef>
                <a:spcPts val="0"/>
              </a:spcBef>
              <a:spcAft>
                <a:spcPts val="0"/>
              </a:spcAft>
              <a:buClr>
                <a:schemeClr val="dk1"/>
              </a:buClr>
              <a:buSzPts val="3734"/>
              <a:buNone/>
              <a:defRPr sz="3733">
                <a:solidFill>
                  <a:schemeClr val="dk1"/>
                </a:solidFill>
              </a:defRPr>
            </a:lvl3pPr>
            <a:lvl4pPr lvl="3">
              <a:spcBef>
                <a:spcPts val="0"/>
              </a:spcBef>
              <a:spcAft>
                <a:spcPts val="0"/>
              </a:spcAft>
              <a:buClr>
                <a:schemeClr val="dk1"/>
              </a:buClr>
              <a:buSzPts val="3734"/>
              <a:buNone/>
              <a:defRPr sz="3733">
                <a:solidFill>
                  <a:schemeClr val="dk1"/>
                </a:solidFill>
              </a:defRPr>
            </a:lvl4pPr>
            <a:lvl5pPr lvl="4">
              <a:spcBef>
                <a:spcPts val="0"/>
              </a:spcBef>
              <a:spcAft>
                <a:spcPts val="0"/>
              </a:spcAft>
              <a:buClr>
                <a:schemeClr val="dk1"/>
              </a:buClr>
              <a:buSzPts val="3734"/>
              <a:buNone/>
              <a:defRPr sz="3733">
                <a:solidFill>
                  <a:schemeClr val="dk1"/>
                </a:solidFill>
              </a:defRPr>
            </a:lvl5pPr>
            <a:lvl6pPr lvl="5">
              <a:spcBef>
                <a:spcPts val="0"/>
              </a:spcBef>
              <a:spcAft>
                <a:spcPts val="0"/>
              </a:spcAft>
              <a:buClr>
                <a:schemeClr val="dk1"/>
              </a:buClr>
              <a:buSzPts val="3734"/>
              <a:buNone/>
              <a:defRPr sz="3733">
                <a:solidFill>
                  <a:schemeClr val="dk1"/>
                </a:solidFill>
              </a:defRPr>
            </a:lvl6pPr>
            <a:lvl7pPr lvl="6">
              <a:spcBef>
                <a:spcPts val="0"/>
              </a:spcBef>
              <a:spcAft>
                <a:spcPts val="0"/>
              </a:spcAft>
              <a:buClr>
                <a:schemeClr val="dk1"/>
              </a:buClr>
              <a:buSzPts val="3734"/>
              <a:buNone/>
              <a:defRPr sz="3733">
                <a:solidFill>
                  <a:schemeClr val="dk1"/>
                </a:solidFill>
              </a:defRPr>
            </a:lvl7pPr>
            <a:lvl8pPr lvl="7">
              <a:spcBef>
                <a:spcPts val="0"/>
              </a:spcBef>
              <a:spcAft>
                <a:spcPts val="0"/>
              </a:spcAft>
              <a:buClr>
                <a:schemeClr val="dk1"/>
              </a:buClr>
              <a:buSzPts val="3734"/>
              <a:buNone/>
              <a:defRPr sz="3733">
                <a:solidFill>
                  <a:schemeClr val="dk1"/>
                </a:solidFill>
              </a:defRPr>
            </a:lvl8pPr>
            <a:lvl9pPr lvl="8">
              <a:spcBef>
                <a:spcPts val="0"/>
              </a:spcBef>
              <a:spcAft>
                <a:spcPts val="0"/>
              </a:spcAft>
              <a:buClr>
                <a:schemeClr val="dk1"/>
              </a:buClr>
              <a:buSzPts val="3734"/>
              <a:buNone/>
              <a:defRPr sz="3733">
                <a:solidFill>
                  <a:schemeClr val="dk1"/>
                </a:solidFill>
              </a:defRPr>
            </a:lvl9pPr>
          </a:lstStyle>
          <a:p>
            <a:endParaRPr/>
          </a:p>
        </p:txBody>
      </p:sp>
      <p:sp>
        <p:nvSpPr>
          <p:cNvPr id="7" name="Google Shape;7;p1"/>
          <p:cNvSpPr txBox="1">
            <a:spLocks noGrp="1"/>
          </p:cNvSpPr>
          <p:nvPr>
            <p:ph type="body" idx="1"/>
          </p:nvPr>
        </p:nvSpPr>
        <p:spPr>
          <a:xfrm>
            <a:off x="415641" y="1536633"/>
            <a:ext cx="11361900" cy="4555200"/>
          </a:xfrm>
          <a:prstGeom prst="rect">
            <a:avLst/>
          </a:prstGeom>
          <a:noFill/>
          <a:ln>
            <a:noFill/>
          </a:ln>
        </p:spPr>
        <p:txBody>
          <a:bodyPr spcFirstLastPara="1" wrap="square" lIns="121900" tIns="121900" rIns="121900" bIns="121900" anchor="t" anchorCtr="0">
            <a:normAutofit/>
          </a:bodyPr>
          <a:lstStyle>
            <a:lvl1pPr marL="457200" lvl="0" indent="-381010">
              <a:lnSpc>
                <a:spcPct val="115000"/>
              </a:lnSpc>
              <a:spcBef>
                <a:spcPts val="0"/>
              </a:spcBef>
              <a:spcAft>
                <a:spcPts val="0"/>
              </a:spcAft>
              <a:buClr>
                <a:schemeClr val="dk2"/>
              </a:buClr>
              <a:buSzPts val="2400"/>
              <a:buFont typeface="Avenir"/>
              <a:buChar char="●"/>
              <a:defRPr sz="2400">
                <a:solidFill>
                  <a:schemeClr val="dk2"/>
                </a:solidFill>
                <a:latin typeface="Avenir"/>
                <a:ea typeface="Avenir"/>
                <a:cs typeface="Avenir"/>
                <a:sym typeface="Avenir"/>
              </a:defRPr>
            </a:lvl1pPr>
            <a:lvl2pPr marL="914400" lvl="1"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2pPr>
            <a:lvl3pPr marL="1371600" lvl="2"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3pPr>
            <a:lvl4pPr marL="1828800" lvl="3"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4pPr>
            <a:lvl5pPr marL="2286000" lvl="4"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5pPr>
            <a:lvl6pPr marL="2743200" lvl="5"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6pPr>
            <a:lvl7pPr marL="3200400" lvl="6"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7pPr>
            <a:lvl8pPr marL="3657600" lvl="7"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8pPr>
            <a:lvl9pPr marL="4114800" lvl="8"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9pPr>
          </a:lstStyle>
          <a:p>
            <a:endParaRPr/>
          </a:p>
        </p:txBody>
      </p:sp>
      <p:sp>
        <p:nvSpPr>
          <p:cNvPr id="8" name="Google Shape;8;p1"/>
          <p:cNvSpPr txBox="1">
            <a:spLocks noGrp="1"/>
          </p:cNvSpPr>
          <p:nvPr>
            <p:ph type="sldNum" idx="12"/>
          </p:nvPr>
        </p:nvSpPr>
        <p:spPr>
          <a:xfrm>
            <a:off x="11297722"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p:nvPr/>
        </p:nvSpPr>
        <p:spPr>
          <a:xfrm>
            <a:off x="1802287" y="5814737"/>
            <a:ext cx="4294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419" sz="1600" b="1" strike="noStrike" dirty="0">
                <a:solidFill>
                  <a:srgbClr val="003567"/>
                </a:solidFill>
                <a:latin typeface="Avenir"/>
                <a:ea typeface="Avenir"/>
                <a:cs typeface="Avenir"/>
                <a:sym typeface="Avenir"/>
              </a:rPr>
              <a:t>EP </a:t>
            </a:r>
            <a:r>
              <a:rPr lang="es-419" sz="1600" b="1" dirty="0">
                <a:solidFill>
                  <a:srgbClr val="003567"/>
                </a:solidFill>
                <a:latin typeface="Avenir"/>
                <a:ea typeface="Avenir"/>
                <a:cs typeface="Avenir"/>
                <a:sym typeface="Avenir"/>
              </a:rPr>
              <a:t>INGENIERÍA</a:t>
            </a:r>
            <a:r>
              <a:rPr lang="es-419" sz="1600" b="1" strike="noStrike" dirty="0">
                <a:solidFill>
                  <a:srgbClr val="003567"/>
                </a:solidFill>
                <a:latin typeface="Avenir"/>
                <a:ea typeface="Avenir"/>
                <a:cs typeface="Avenir"/>
                <a:sym typeface="Avenir"/>
              </a:rPr>
              <a:t> </a:t>
            </a:r>
            <a:r>
              <a:rPr lang="es-419" sz="1600" b="1" dirty="0">
                <a:solidFill>
                  <a:srgbClr val="003567"/>
                </a:solidFill>
                <a:latin typeface="Avenir"/>
                <a:ea typeface="Avenir"/>
                <a:cs typeface="Avenir"/>
                <a:sym typeface="Avenir"/>
              </a:rPr>
              <a:t>DE SISTEMAS</a:t>
            </a:r>
            <a:endParaRPr sz="1600" b="1" strike="noStrike" dirty="0">
              <a:solidFill>
                <a:srgbClr val="003567"/>
              </a:solidFill>
              <a:latin typeface="Avenir"/>
              <a:ea typeface="Avenir"/>
              <a:cs typeface="Avenir"/>
              <a:sym typeface="Avenir"/>
            </a:endParaRPr>
          </a:p>
        </p:txBody>
      </p:sp>
      <p:sp>
        <p:nvSpPr>
          <p:cNvPr id="112" name="Google Shape;112;p20"/>
          <p:cNvSpPr/>
          <p:nvPr/>
        </p:nvSpPr>
        <p:spPr>
          <a:xfrm>
            <a:off x="7664910" y="5923510"/>
            <a:ext cx="311400" cy="3114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13" name="Google Shape;113;p20"/>
          <p:cNvSpPr txBox="1"/>
          <p:nvPr/>
        </p:nvSpPr>
        <p:spPr>
          <a:xfrm>
            <a:off x="7976251" y="5918472"/>
            <a:ext cx="261990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419" sz="1600" b="1" dirty="0">
                <a:solidFill>
                  <a:srgbClr val="003567"/>
                </a:solidFill>
                <a:latin typeface="Avenir"/>
                <a:sym typeface="Avenir"/>
              </a:rPr>
              <a:t>MG. NÉLIDA HUAMÁN PACO</a:t>
            </a:r>
            <a:endParaRPr dirty="0"/>
          </a:p>
        </p:txBody>
      </p:sp>
      <p:sp>
        <p:nvSpPr>
          <p:cNvPr id="114" name="Google Shape;114;p20"/>
          <p:cNvSpPr txBox="1">
            <a:spLocks noGrp="1"/>
          </p:cNvSpPr>
          <p:nvPr>
            <p:ph type="ctrTitle"/>
          </p:nvPr>
        </p:nvSpPr>
        <p:spPr>
          <a:xfrm>
            <a:off x="790575" y="1737744"/>
            <a:ext cx="10868025" cy="2942053"/>
          </a:xfrm>
          <a:prstGeom prst="rect">
            <a:avLst/>
          </a:prstGeom>
          <a:noFill/>
          <a:ln>
            <a:noFill/>
          </a:ln>
        </p:spPr>
        <p:txBody>
          <a:bodyPr spcFirstLastPara="1" wrap="square" lIns="91425" tIns="45700" rIns="91425" bIns="45700" anchor="b" anchorCtr="0">
            <a:noAutofit/>
          </a:bodyPr>
          <a:lstStyle/>
          <a:p>
            <a:pPr marL="0" marR="0" lvl="0" indent="0" rtl="0">
              <a:lnSpc>
                <a:spcPct val="100000"/>
              </a:lnSpc>
              <a:spcBef>
                <a:spcPts val="0"/>
              </a:spcBef>
              <a:spcAft>
                <a:spcPts val="0"/>
              </a:spcAft>
              <a:buClr>
                <a:schemeClr val="dk1"/>
              </a:buClr>
              <a:buSzPts val="2800"/>
              <a:buFont typeface="Calibri"/>
              <a:buNone/>
            </a:pPr>
            <a:r>
              <a:rPr lang="es-ES" sz="6000" b="1" dirty="0">
                <a:solidFill>
                  <a:srgbClr val="003567"/>
                </a:solidFill>
              </a:rPr>
              <a:t>Análisis</a:t>
            </a:r>
            <a:r>
              <a:rPr lang="es-ES" sz="6000" dirty="0">
                <a:solidFill>
                  <a:srgbClr val="003567"/>
                </a:solidFill>
              </a:rPr>
              <a:t> </a:t>
            </a:r>
            <a:r>
              <a:rPr lang="es-ES" sz="6000" b="1" dirty="0">
                <a:solidFill>
                  <a:srgbClr val="003567"/>
                </a:solidFill>
              </a:rPr>
              <a:t>y Diseño</a:t>
            </a:r>
            <a:br>
              <a:rPr lang="es-ES" sz="6000" b="1" dirty="0">
                <a:solidFill>
                  <a:srgbClr val="003567"/>
                </a:solidFill>
              </a:rPr>
            </a:br>
            <a:r>
              <a:rPr lang="es-ES" sz="6000" b="1" dirty="0">
                <a:solidFill>
                  <a:srgbClr val="003567"/>
                </a:solidFill>
              </a:rPr>
              <a:t>	de Sistemas	</a:t>
            </a:r>
            <a:br>
              <a:rPr lang="es-ES" sz="6000" b="1" dirty="0">
                <a:solidFill>
                  <a:srgbClr val="003567"/>
                </a:solidFill>
              </a:rPr>
            </a:br>
            <a:r>
              <a:rPr lang="es-ES" sz="6000" b="1" dirty="0">
                <a:solidFill>
                  <a:srgbClr val="003567"/>
                </a:solidFill>
              </a:rPr>
              <a:t>de</a:t>
            </a:r>
            <a:br>
              <a:rPr lang="es-ES" sz="6000" b="1" dirty="0">
                <a:solidFill>
                  <a:srgbClr val="003567"/>
                </a:solidFill>
              </a:rPr>
            </a:br>
            <a:r>
              <a:rPr lang="es-ES" sz="6000" b="1" dirty="0">
                <a:solidFill>
                  <a:srgbClr val="003567"/>
                </a:solidFill>
              </a:rPr>
              <a:t>Información</a:t>
            </a:r>
            <a:endParaRPr lang="es-ES" sz="6000" b="0" i="0" u="none" strike="noStrike" cap="none" dirty="0">
              <a:solidFill>
                <a:srgbClr val="003567"/>
              </a:solidFill>
              <a:latin typeface="Arial"/>
              <a:ea typeface="Arial"/>
              <a:cs typeface="Arial"/>
              <a:sym typeface="Arial"/>
            </a:endParaRPr>
          </a:p>
        </p:txBody>
      </p:sp>
      <p:sp>
        <p:nvSpPr>
          <p:cNvPr id="116" name="Google Shape;116;p20"/>
          <p:cNvSpPr/>
          <p:nvPr/>
        </p:nvSpPr>
        <p:spPr>
          <a:xfrm>
            <a:off x="1396110" y="5828385"/>
            <a:ext cx="311400" cy="3114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1" name="CuadroTexto 10">
            <a:extLst>
              <a:ext uri="{FF2B5EF4-FFF2-40B4-BE49-F238E27FC236}">
                <a16:creationId xmlns:a16="http://schemas.microsoft.com/office/drawing/2014/main" id="{872A344A-CEF5-4636-0447-AE30FCA39C9A}"/>
              </a:ext>
            </a:extLst>
          </p:cNvPr>
          <p:cNvSpPr txBox="1"/>
          <p:nvPr/>
        </p:nvSpPr>
        <p:spPr>
          <a:xfrm>
            <a:off x="3029437" y="4679797"/>
            <a:ext cx="6134100" cy="954107"/>
          </a:xfrm>
          <a:prstGeom prst="rect">
            <a:avLst/>
          </a:prstGeom>
          <a:noFill/>
        </p:spPr>
        <p:txBody>
          <a:bodyPr wrap="square">
            <a:spAutoFit/>
          </a:bodyPr>
          <a:lstStyle/>
          <a:p>
            <a:pPr algn="ctr" rtl="0">
              <a:spcBef>
                <a:spcPts val="0"/>
              </a:spcBef>
              <a:spcAft>
                <a:spcPts val="0"/>
              </a:spcAft>
            </a:pPr>
            <a:r>
              <a:rPr lang="en-US" sz="2800" b="1" i="0" u="none" strike="noStrike" dirty="0" err="1">
                <a:solidFill>
                  <a:srgbClr val="000000"/>
                </a:solidFill>
                <a:effectLst/>
                <a:latin typeface="Montserrat" panose="00000500000000000000" pitchFamily="2" charset="0"/>
              </a:rPr>
              <a:t>Sesión</a:t>
            </a:r>
            <a:r>
              <a:rPr lang="en-US" sz="2800" b="1" i="0" u="none" strike="noStrike" dirty="0">
                <a:solidFill>
                  <a:srgbClr val="000000"/>
                </a:solidFill>
                <a:effectLst/>
                <a:latin typeface="Montserrat" panose="00000500000000000000" pitchFamily="2" charset="0"/>
              </a:rPr>
              <a:t> 04</a:t>
            </a:r>
            <a:endParaRPr lang="en-US" sz="2800" b="0" dirty="0">
              <a:effectLst/>
            </a:endParaRPr>
          </a:p>
          <a:p>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p:nvPr/>
        </p:nvSpPr>
        <p:spPr>
          <a:xfrm>
            <a:off x="981040" y="2535150"/>
            <a:ext cx="10429910" cy="646200"/>
          </a:xfrm>
          <a:prstGeom prst="rect">
            <a:avLst/>
          </a:prstGeom>
          <a:noFill/>
          <a:ln>
            <a:noFill/>
          </a:ln>
        </p:spPr>
        <p:txBody>
          <a:bodyPr spcFirstLastPara="1" wrap="square" lIns="91425" tIns="45700" rIns="91425" bIns="45700" anchor="t" anchorCtr="0">
            <a:noAutofit/>
          </a:bodyPr>
          <a:lstStyle/>
          <a:p>
            <a:pPr algn="ctr"/>
            <a:r>
              <a:rPr lang="en-US" sz="6000" b="1" dirty="0" err="1">
                <a:solidFill>
                  <a:schemeClr val="lt1"/>
                </a:solidFill>
                <a:latin typeface="Montserrat"/>
              </a:rPr>
              <a:t>Arquitecturas</a:t>
            </a:r>
            <a:r>
              <a:rPr lang="en-US" sz="6000" b="1" dirty="0">
                <a:solidFill>
                  <a:schemeClr val="lt1"/>
                </a:solidFill>
                <a:latin typeface="Montserrat"/>
              </a:rPr>
              <a:t> </a:t>
            </a:r>
            <a:r>
              <a:rPr lang="en-US" sz="6000" b="1" dirty="0" err="1">
                <a:solidFill>
                  <a:schemeClr val="lt1"/>
                </a:solidFill>
                <a:latin typeface="Montserrat"/>
              </a:rPr>
              <a:t>Modernas</a:t>
            </a:r>
            <a:endParaRPr lang="en-US" sz="6000" b="1" dirty="0">
              <a:solidFill>
                <a:schemeClr val="lt1"/>
              </a:solidFill>
              <a:latin typeface="Montserrat"/>
            </a:endParaRPr>
          </a:p>
          <a:p>
            <a:pPr algn="ctr"/>
            <a:endParaRPr lang="es-419" sz="4000" dirty="0">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p:nvPr/>
        </p:nvSpPr>
        <p:spPr>
          <a:xfrm>
            <a:off x="838282" y="1206228"/>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1</a:t>
            </a:r>
            <a:endParaRPr sz="2800" b="1" dirty="0">
              <a:solidFill>
                <a:schemeClr val="lt1"/>
              </a:solidFill>
              <a:latin typeface="Avenir"/>
              <a:ea typeface="Avenir"/>
              <a:cs typeface="Avenir"/>
              <a:sym typeface="Avenir"/>
            </a:endParaRPr>
          </a:p>
        </p:txBody>
      </p:sp>
      <p:sp>
        <p:nvSpPr>
          <p:cNvPr id="136" name="Google Shape;136;p23"/>
          <p:cNvSpPr txBox="1"/>
          <p:nvPr/>
        </p:nvSpPr>
        <p:spPr>
          <a:xfrm>
            <a:off x="1579400" y="1279943"/>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MEDITACIÓN</a:t>
            </a:r>
            <a:endParaRPr sz="2000" dirty="0">
              <a:solidFill>
                <a:schemeClr val="dk1"/>
              </a:solidFill>
              <a:latin typeface="Avenir"/>
              <a:ea typeface="Avenir"/>
              <a:cs typeface="Avenir"/>
              <a:sym typeface="Avenir"/>
            </a:endParaRPr>
          </a:p>
        </p:txBody>
      </p:sp>
      <p:sp>
        <p:nvSpPr>
          <p:cNvPr id="137" name="Google Shape;137;p23"/>
          <p:cNvSpPr/>
          <p:nvPr/>
        </p:nvSpPr>
        <p:spPr>
          <a:xfrm>
            <a:off x="838282" y="2012904"/>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2</a:t>
            </a:r>
            <a:endParaRPr sz="2800" b="1" dirty="0">
              <a:solidFill>
                <a:schemeClr val="lt1"/>
              </a:solidFill>
              <a:latin typeface="Avenir"/>
              <a:ea typeface="Avenir"/>
              <a:cs typeface="Avenir"/>
              <a:sym typeface="Avenir"/>
            </a:endParaRPr>
          </a:p>
        </p:txBody>
      </p:sp>
      <p:sp>
        <p:nvSpPr>
          <p:cNvPr id="138" name="Google Shape;138;p23"/>
          <p:cNvSpPr txBox="1"/>
          <p:nvPr/>
        </p:nvSpPr>
        <p:spPr>
          <a:xfrm>
            <a:off x="1579400" y="2080790"/>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PE" sz="2000" dirty="0">
                <a:solidFill>
                  <a:schemeClr val="dk1"/>
                </a:solidFill>
                <a:latin typeface="Avenir"/>
                <a:ea typeface="Avenir"/>
                <a:cs typeface="Avenir"/>
                <a:sym typeface="Avenir"/>
              </a:rPr>
              <a:t>PROPÓSITO DE SESIÓN</a:t>
            </a:r>
            <a:endParaRPr sz="2000" dirty="0">
              <a:solidFill>
                <a:schemeClr val="dk1"/>
              </a:solidFill>
              <a:latin typeface="Avenir"/>
              <a:ea typeface="Avenir"/>
              <a:cs typeface="Avenir"/>
              <a:sym typeface="Avenir"/>
            </a:endParaRPr>
          </a:p>
        </p:txBody>
      </p:sp>
      <p:sp>
        <p:nvSpPr>
          <p:cNvPr id="139" name="Google Shape;139;p23"/>
          <p:cNvSpPr/>
          <p:nvPr/>
        </p:nvSpPr>
        <p:spPr>
          <a:xfrm>
            <a:off x="838282" y="2878526"/>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a:solidFill>
                  <a:schemeClr val="lt1"/>
                </a:solidFill>
                <a:latin typeface="Avenir"/>
                <a:ea typeface="Avenir"/>
                <a:cs typeface="Avenir"/>
                <a:sym typeface="Avenir"/>
              </a:rPr>
              <a:t>3</a:t>
            </a:r>
            <a:endParaRPr sz="2800" b="1">
              <a:solidFill>
                <a:schemeClr val="lt1"/>
              </a:solidFill>
              <a:latin typeface="Avenir"/>
              <a:ea typeface="Avenir"/>
              <a:cs typeface="Avenir"/>
              <a:sym typeface="Avenir"/>
            </a:endParaRPr>
          </a:p>
        </p:txBody>
      </p:sp>
      <p:sp>
        <p:nvSpPr>
          <p:cNvPr id="140" name="Google Shape;140;p23"/>
          <p:cNvSpPr txBox="1"/>
          <p:nvPr/>
        </p:nvSpPr>
        <p:spPr>
          <a:xfrm>
            <a:off x="1579400" y="2880396"/>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MOTIVACIÓN</a:t>
            </a:r>
            <a:endParaRPr sz="2000" dirty="0">
              <a:solidFill>
                <a:schemeClr val="dk1"/>
              </a:solidFill>
              <a:latin typeface="Avenir"/>
              <a:ea typeface="Avenir"/>
              <a:cs typeface="Avenir"/>
              <a:sym typeface="Avenir"/>
            </a:endParaRPr>
          </a:p>
        </p:txBody>
      </p:sp>
      <p:sp>
        <p:nvSpPr>
          <p:cNvPr id="141" name="Google Shape;141;p23"/>
          <p:cNvSpPr/>
          <p:nvPr/>
        </p:nvSpPr>
        <p:spPr>
          <a:xfrm>
            <a:off x="838282" y="3744148"/>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4</a:t>
            </a:r>
            <a:endParaRPr sz="2800" b="1" dirty="0">
              <a:solidFill>
                <a:schemeClr val="lt1"/>
              </a:solidFill>
              <a:latin typeface="Avenir"/>
              <a:ea typeface="Avenir"/>
              <a:cs typeface="Avenir"/>
              <a:sym typeface="Avenir"/>
            </a:endParaRPr>
          </a:p>
        </p:txBody>
      </p:sp>
      <p:sp>
        <p:nvSpPr>
          <p:cNvPr id="142" name="Google Shape;142;p23"/>
          <p:cNvSpPr txBox="1"/>
          <p:nvPr/>
        </p:nvSpPr>
        <p:spPr>
          <a:xfrm>
            <a:off x="1579400" y="3817863"/>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EXPLICA</a:t>
            </a:r>
            <a:endParaRPr sz="2000" dirty="0">
              <a:solidFill>
                <a:schemeClr val="dk1"/>
              </a:solidFill>
              <a:latin typeface="Avenir"/>
              <a:ea typeface="Avenir"/>
              <a:cs typeface="Avenir"/>
              <a:sym typeface="Avenir"/>
            </a:endParaRPr>
          </a:p>
        </p:txBody>
      </p:sp>
      <p:sp>
        <p:nvSpPr>
          <p:cNvPr id="143" name="Google Shape;143;p23"/>
          <p:cNvSpPr/>
          <p:nvPr/>
        </p:nvSpPr>
        <p:spPr>
          <a:xfrm>
            <a:off x="838282" y="4542025"/>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a:solidFill>
                  <a:schemeClr val="lt1"/>
                </a:solidFill>
                <a:latin typeface="Avenir"/>
                <a:ea typeface="Avenir"/>
                <a:cs typeface="Avenir"/>
                <a:sym typeface="Avenir"/>
              </a:rPr>
              <a:t>5</a:t>
            </a:r>
            <a:endParaRPr sz="2800" b="1">
              <a:solidFill>
                <a:schemeClr val="lt1"/>
              </a:solidFill>
              <a:latin typeface="Avenir"/>
              <a:ea typeface="Avenir"/>
              <a:cs typeface="Avenir"/>
              <a:sym typeface="Avenir"/>
            </a:endParaRPr>
          </a:p>
        </p:txBody>
      </p:sp>
      <p:sp>
        <p:nvSpPr>
          <p:cNvPr id="144" name="Google Shape;144;p23"/>
          <p:cNvSpPr txBox="1"/>
          <p:nvPr/>
        </p:nvSpPr>
        <p:spPr>
          <a:xfrm>
            <a:off x="1579400" y="4674686"/>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APLICA</a:t>
            </a:r>
            <a:endParaRPr sz="2000" dirty="0">
              <a:solidFill>
                <a:schemeClr val="dk1"/>
              </a:solidFill>
              <a:latin typeface="Avenir"/>
              <a:ea typeface="Avenir"/>
              <a:cs typeface="Avenir"/>
              <a:sym typeface="Avenir"/>
            </a:endParaRPr>
          </a:p>
        </p:txBody>
      </p:sp>
      <p:sp>
        <p:nvSpPr>
          <p:cNvPr id="145" name="Google Shape;145;p23"/>
          <p:cNvSpPr txBox="1">
            <a:spLocks noGrp="1"/>
          </p:cNvSpPr>
          <p:nvPr>
            <p:ph type="title"/>
          </p:nvPr>
        </p:nvSpPr>
        <p:spPr>
          <a:xfrm>
            <a:off x="838282" y="543378"/>
            <a:ext cx="105165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3567"/>
              </a:buClr>
              <a:buSzPts val="4400"/>
              <a:buFont typeface="Montserrat"/>
              <a:buNone/>
            </a:pPr>
            <a:r>
              <a:rPr lang="es-419" b="1"/>
              <a:t>índice</a:t>
            </a:r>
            <a:endParaRPr/>
          </a:p>
        </p:txBody>
      </p:sp>
      <p:sp>
        <p:nvSpPr>
          <p:cNvPr id="13" name="Google Shape;143;p23">
            <a:extLst>
              <a:ext uri="{FF2B5EF4-FFF2-40B4-BE49-F238E27FC236}">
                <a16:creationId xmlns:a16="http://schemas.microsoft.com/office/drawing/2014/main" id="{8D05F8D0-9AA1-AA98-B65F-0A1ED7CEE87F}"/>
              </a:ext>
            </a:extLst>
          </p:cNvPr>
          <p:cNvSpPr/>
          <p:nvPr/>
        </p:nvSpPr>
        <p:spPr>
          <a:xfrm>
            <a:off x="838282" y="5281328"/>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6</a:t>
            </a:r>
            <a:endParaRPr sz="2800" b="1" dirty="0">
              <a:solidFill>
                <a:schemeClr val="lt1"/>
              </a:solidFill>
              <a:latin typeface="Avenir"/>
              <a:ea typeface="Avenir"/>
              <a:cs typeface="Avenir"/>
              <a:sym typeface="Avenir"/>
            </a:endParaRPr>
          </a:p>
        </p:txBody>
      </p:sp>
      <p:sp>
        <p:nvSpPr>
          <p:cNvPr id="14" name="Google Shape;144;p23">
            <a:extLst>
              <a:ext uri="{FF2B5EF4-FFF2-40B4-BE49-F238E27FC236}">
                <a16:creationId xmlns:a16="http://schemas.microsoft.com/office/drawing/2014/main" id="{52993B86-E725-58A3-151A-E3FB11915F3D}"/>
              </a:ext>
            </a:extLst>
          </p:cNvPr>
          <p:cNvSpPr txBox="1"/>
          <p:nvPr/>
        </p:nvSpPr>
        <p:spPr>
          <a:xfrm>
            <a:off x="1579400" y="6132633"/>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CIERRE DE SESIÓN</a:t>
            </a:r>
            <a:endParaRPr sz="2000" dirty="0">
              <a:solidFill>
                <a:schemeClr val="dk1"/>
              </a:solidFill>
              <a:latin typeface="Avenir"/>
              <a:ea typeface="Avenir"/>
              <a:cs typeface="Avenir"/>
              <a:sym typeface="Avenir"/>
            </a:endParaRPr>
          </a:p>
        </p:txBody>
      </p:sp>
      <p:sp>
        <p:nvSpPr>
          <p:cNvPr id="15" name="Google Shape;143;p23">
            <a:extLst>
              <a:ext uri="{FF2B5EF4-FFF2-40B4-BE49-F238E27FC236}">
                <a16:creationId xmlns:a16="http://schemas.microsoft.com/office/drawing/2014/main" id="{3ABD2A49-3220-2F6A-0B4E-0725D67C6C51}"/>
              </a:ext>
            </a:extLst>
          </p:cNvPr>
          <p:cNvSpPr/>
          <p:nvPr/>
        </p:nvSpPr>
        <p:spPr>
          <a:xfrm>
            <a:off x="838282" y="6020631"/>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7</a:t>
            </a:r>
            <a:endParaRPr sz="2800" b="1" dirty="0">
              <a:solidFill>
                <a:schemeClr val="lt1"/>
              </a:solidFill>
              <a:latin typeface="Avenir"/>
              <a:ea typeface="Avenir"/>
              <a:cs typeface="Avenir"/>
              <a:sym typeface="Avenir"/>
            </a:endParaRPr>
          </a:p>
        </p:txBody>
      </p:sp>
      <p:sp>
        <p:nvSpPr>
          <p:cNvPr id="16" name="Google Shape;144;p23">
            <a:extLst>
              <a:ext uri="{FF2B5EF4-FFF2-40B4-BE49-F238E27FC236}">
                <a16:creationId xmlns:a16="http://schemas.microsoft.com/office/drawing/2014/main" id="{E8F021A8-D1B8-E5D4-38D9-91FBC048C360}"/>
              </a:ext>
            </a:extLst>
          </p:cNvPr>
          <p:cNvSpPr txBox="1"/>
          <p:nvPr/>
        </p:nvSpPr>
        <p:spPr>
          <a:xfrm>
            <a:off x="1579400" y="5409591"/>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CREA</a:t>
            </a:r>
            <a:endParaRPr sz="2000" dirty="0">
              <a:solidFill>
                <a:schemeClr val="dk1"/>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p:nvPr/>
        </p:nvSpPr>
        <p:spPr>
          <a:xfrm>
            <a:off x="2402324" y="31058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a:solidFill>
                  <a:schemeClr val="lt1"/>
                </a:solidFill>
                <a:latin typeface="Montserrat"/>
                <a:ea typeface="Montserrat"/>
                <a:cs typeface="Montserrat"/>
                <a:sym typeface="Montserrat"/>
              </a:rPr>
              <a:t>PROPÓSITO DE SESIÓN</a:t>
            </a:r>
            <a:endParaRPr sz="4000">
              <a:solidFill>
                <a:schemeClr val="lt1"/>
              </a:solidFill>
              <a:latin typeface="Montserrat"/>
              <a:ea typeface="Montserrat"/>
              <a:cs typeface="Montserrat"/>
              <a:sym typeface="Montserrat"/>
            </a:endParaRPr>
          </a:p>
        </p:txBody>
      </p:sp>
      <p:pic>
        <p:nvPicPr>
          <p:cNvPr id="170" name="Google Shape;170;p27" descr="Interfaz de usuario gráfica, Aplicación&#10;&#10;El contenido generado por IA puede ser incorrecto."/>
          <p:cNvPicPr preferRelativeResize="0"/>
          <p:nvPr/>
        </p:nvPicPr>
        <p:blipFill rotWithShape="1">
          <a:blip r:embed="rId3">
            <a:alphaModFix/>
          </a:blip>
          <a:srcRect l="52794" t="53642" r="28437" b="26407"/>
          <a:stretch/>
        </p:blipFill>
        <p:spPr>
          <a:xfrm>
            <a:off x="5234129" y="1524000"/>
            <a:ext cx="1325150" cy="14084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p:nvPr/>
        </p:nvSpPr>
        <p:spPr>
          <a:xfrm>
            <a:off x="522763" y="1677668"/>
            <a:ext cx="348300" cy="3477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venir"/>
              <a:ea typeface="Avenir"/>
              <a:cs typeface="Avenir"/>
              <a:sym typeface="Avenir"/>
            </a:endParaRPr>
          </a:p>
        </p:txBody>
      </p:sp>
      <p:sp>
        <p:nvSpPr>
          <p:cNvPr id="176" name="Google Shape;176;p28"/>
          <p:cNvSpPr txBox="1"/>
          <p:nvPr/>
        </p:nvSpPr>
        <p:spPr>
          <a:xfrm>
            <a:off x="1019911" y="1572893"/>
            <a:ext cx="10457714" cy="267761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400" b="1" dirty="0">
                <a:solidFill>
                  <a:schemeClr val="dk1"/>
                </a:solidFill>
                <a:latin typeface="Avenir"/>
                <a:ea typeface="Avenir"/>
                <a:cs typeface="Avenir"/>
                <a:sym typeface="Avenir"/>
              </a:rPr>
              <a:t>Al concluir la clase, estarás en condiciones de:</a:t>
            </a:r>
          </a:p>
          <a:p>
            <a:pPr marL="0" marR="0" lvl="0" indent="0" algn="just" rtl="0">
              <a:spcBef>
                <a:spcPts val="0"/>
              </a:spcBef>
              <a:spcAft>
                <a:spcPts val="0"/>
              </a:spcAft>
              <a:buNone/>
            </a:pPr>
            <a:endParaRPr lang="es-ES" sz="2400" dirty="0">
              <a:solidFill>
                <a:schemeClr val="dk1"/>
              </a:solidFill>
              <a:latin typeface="Avenir"/>
              <a:ea typeface="Avenir"/>
              <a:cs typeface="Avenir"/>
              <a:sym typeface="Avenir"/>
            </a:endParaRPr>
          </a:p>
          <a:p>
            <a:pPr algn="just"/>
            <a:r>
              <a:rPr lang="es-ES" sz="2400" b="1" i="0" dirty="0">
                <a:effectLst/>
                <a:latin typeface="Roboto" panose="02000000000000000000" pitchFamily="2" charset="0"/>
              </a:rPr>
              <a:t>Comparar</a:t>
            </a:r>
            <a:r>
              <a:rPr lang="es-ES" sz="2400" b="0" i="0" dirty="0">
                <a:effectLst/>
                <a:latin typeface="Roboto" panose="02000000000000000000" pitchFamily="2" charset="0"/>
              </a:rPr>
              <a:t> estilos arquitectónicos modernos por sus </a:t>
            </a:r>
            <a:r>
              <a:rPr lang="es-ES" sz="2400" b="0" i="0" dirty="0" err="1">
                <a:effectLst/>
                <a:latin typeface="Roboto" panose="02000000000000000000" pitchFamily="2" charset="0"/>
              </a:rPr>
              <a:t>trade-offs</a:t>
            </a:r>
            <a:r>
              <a:rPr lang="es-ES" sz="2400" b="0" i="0" dirty="0">
                <a:effectLst/>
                <a:latin typeface="Roboto" panose="02000000000000000000" pitchFamily="2" charset="0"/>
              </a:rPr>
              <a:t>, y </a:t>
            </a:r>
            <a:r>
              <a:rPr lang="es-ES" sz="2400" b="1" i="0" dirty="0">
                <a:effectLst/>
                <a:latin typeface="Roboto" panose="02000000000000000000" pitchFamily="2" charset="0"/>
              </a:rPr>
              <a:t>justificar</a:t>
            </a:r>
            <a:r>
              <a:rPr lang="es-ES" sz="2400" b="0" i="0" dirty="0">
                <a:effectLst/>
                <a:latin typeface="Roboto" panose="02000000000000000000" pitchFamily="2" charset="0"/>
              </a:rPr>
              <a:t> con evidencia real la elección de un estilo para un proyecto concreto, incluyendo su capacidad de escalar horizontalmente y su diseño </a:t>
            </a:r>
            <a:r>
              <a:rPr lang="es-ES" sz="2400" b="0" i="1" dirty="0" err="1">
                <a:effectLst/>
                <a:latin typeface="Roboto" panose="02000000000000000000" pitchFamily="2" charset="0"/>
              </a:rPr>
              <a:t>stateless</a:t>
            </a:r>
            <a:r>
              <a:rPr lang="es-ES" sz="2400" b="0" i="0" dirty="0">
                <a:effectLst/>
                <a:latin typeface="Roboto" panose="02000000000000000000" pitchFamily="2" charset="0"/>
              </a:rPr>
              <a:t>.</a:t>
            </a:r>
          </a:p>
          <a:p>
            <a:pPr marL="0" marR="0" lvl="0" indent="0" algn="just" rtl="0">
              <a:spcBef>
                <a:spcPts val="0"/>
              </a:spcBef>
              <a:spcAft>
                <a:spcPts val="0"/>
              </a:spcAft>
              <a:buNone/>
            </a:pPr>
            <a:endParaRPr lang="es-ES" sz="2400" dirty="0">
              <a:solidFill>
                <a:schemeClr val="dk1"/>
              </a:solidFill>
              <a:latin typeface="Avenir"/>
              <a:ea typeface="Avenir"/>
              <a:cs typeface="Avenir"/>
              <a:sym typeface="Avenir"/>
            </a:endParaRPr>
          </a:p>
        </p:txBody>
      </p:sp>
      <p:sp>
        <p:nvSpPr>
          <p:cNvPr id="177" name="Google Shape;177;p28"/>
          <p:cNvSpPr/>
          <p:nvPr/>
        </p:nvSpPr>
        <p:spPr>
          <a:xfrm>
            <a:off x="2488077" y="4950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PROPÓSITO DE SESIÓN</a:t>
            </a:r>
            <a:endParaRPr sz="4000" dirty="0">
              <a:solidFill>
                <a:srgbClr val="003567"/>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p:nvPr/>
        </p:nvSpPr>
        <p:spPr>
          <a:xfrm>
            <a:off x="2650002" y="9903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PROPÓSITO DE SESIÓN</a:t>
            </a:r>
            <a:endParaRPr sz="4000" dirty="0">
              <a:solidFill>
                <a:srgbClr val="003567"/>
              </a:solidFill>
              <a:latin typeface="Montserrat"/>
              <a:ea typeface="Montserrat"/>
              <a:cs typeface="Montserrat"/>
              <a:sym typeface="Montserrat"/>
            </a:endParaRPr>
          </a:p>
        </p:txBody>
      </p:sp>
      <p:sp>
        <p:nvSpPr>
          <p:cNvPr id="183" name="Google Shape;183;p29"/>
          <p:cNvSpPr/>
          <p:nvPr/>
        </p:nvSpPr>
        <p:spPr>
          <a:xfrm>
            <a:off x="2650001" y="31058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chemeClr val="lt1"/>
                </a:solidFill>
                <a:latin typeface="Montserrat"/>
                <a:ea typeface="Montserrat"/>
                <a:cs typeface="Montserrat"/>
                <a:sym typeface="Montserrat"/>
              </a:rPr>
              <a:t>MOTIVACIÓN</a:t>
            </a:r>
            <a:endParaRPr sz="4000" dirty="0">
              <a:solidFill>
                <a:schemeClr val="lt1"/>
              </a:solidFill>
              <a:latin typeface="Montserrat"/>
              <a:ea typeface="Montserrat"/>
              <a:cs typeface="Montserrat"/>
              <a:sym typeface="Montserrat"/>
            </a:endParaRPr>
          </a:p>
        </p:txBody>
      </p:sp>
      <p:pic>
        <p:nvPicPr>
          <p:cNvPr id="184" name="Google Shape;184;p29" descr="Interfaz de usuario gráfica, Aplicación&#10;&#10;El contenido generado por IA puede ser incorrecto."/>
          <p:cNvPicPr preferRelativeResize="0"/>
          <p:nvPr/>
        </p:nvPicPr>
        <p:blipFill rotWithShape="1">
          <a:blip r:embed="rId3">
            <a:alphaModFix/>
          </a:blip>
          <a:srcRect l="27484" t="76272" r="53747" b="3777"/>
          <a:stretch/>
        </p:blipFill>
        <p:spPr>
          <a:xfrm>
            <a:off x="5434024" y="1636665"/>
            <a:ext cx="1325150" cy="14084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30"/>
          <p:cNvSpPr/>
          <p:nvPr/>
        </p:nvSpPr>
        <p:spPr>
          <a:xfrm>
            <a:off x="627538" y="1293678"/>
            <a:ext cx="500700" cy="449700"/>
          </a:xfrm>
          <a:prstGeom prst="roundRect">
            <a:avLst>
              <a:gd name="adj" fmla="val 16667"/>
            </a:avLst>
          </a:prstGeom>
          <a:solidFill>
            <a:srgbClr val="00A2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venir"/>
              <a:ea typeface="Avenir"/>
              <a:cs typeface="Avenir"/>
              <a:sym typeface="Avenir"/>
            </a:endParaRPr>
          </a:p>
        </p:txBody>
      </p:sp>
      <p:sp>
        <p:nvSpPr>
          <p:cNvPr id="191" name="Google Shape;191;p30"/>
          <p:cNvSpPr/>
          <p:nvPr/>
        </p:nvSpPr>
        <p:spPr>
          <a:xfrm>
            <a:off x="2377554" y="162410"/>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MOTIVACIÓN</a:t>
            </a:r>
            <a:endParaRPr sz="4000" dirty="0">
              <a:solidFill>
                <a:srgbClr val="003567"/>
              </a:solidFill>
              <a:latin typeface="Montserrat"/>
              <a:ea typeface="Montserrat"/>
              <a:cs typeface="Montserrat"/>
              <a:sym typeface="Montserrat"/>
            </a:endParaRPr>
          </a:p>
        </p:txBody>
      </p:sp>
      <p:sp>
        <p:nvSpPr>
          <p:cNvPr id="8" name="CuadroTexto 7">
            <a:extLst>
              <a:ext uri="{FF2B5EF4-FFF2-40B4-BE49-F238E27FC236}">
                <a16:creationId xmlns:a16="http://schemas.microsoft.com/office/drawing/2014/main" id="{3D87B176-B9CD-11D8-36CD-CE2DC0D33C70}"/>
              </a:ext>
            </a:extLst>
          </p:cNvPr>
          <p:cNvSpPr txBox="1"/>
          <p:nvPr/>
        </p:nvSpPr>
        <p:spPr>
          <a:xfrm>
            <a:off x="1292982" y="1293678"/>
            <a:ext cx="10022718" cy="4247317"/>
          </a:xfrm>
          <a:prstGeom prst="rect">
            <a:avLst/>
          </a:prstGeom>
          <a:noFill/>
        </p:spPr>
        <p:txBody>
          <a:bodyPr wrap="square">
            <a:spAutoFit/>
          </a:bodyPr>
          <a:lstStyle/>
          <a:p>
            <a:r>
              <a:rPr lang="es-ES" sz="1800" b="1" dirty="0">
                <a:solidFill>
                  <a:schemeClr val="tx1"/>
                </a:solidFill>
                <a:latin typeface="Arial" panose="020B0604020202020204" pitchFamily="34" charset="0"/>
              </a:rPr>
              <a:t>Caso: </a:t>
            </a:r>
            <a:r>
              <a:rPr lang="es-ES" sz="1800" dirty="0">
                <a:solidFill>
                  <a:schemeClr val="tx1"/>
                </a:solidFill>
                <a:latin typeface="Arial" panose="020B0604020202020204" pitchFamily="34" charset="0"/>
              </a:rPr>
              <a:t>la decisión que se tomó demasiado rápido:</a:t>
            </a:r>
          </a:p>
          <a:p>
            <a:endParaRPr lang="es-ES" sz="1800" dirty="0">
              <a:solidFill>
                <a:schemeClr val="tx1"/>
              </a:solidFill>
              <a:latin typeface="Arial" panose="020B0604020202020204" pitchFamily="34" charset="0"/>
            </a:endParaRPr>
          </a:p>
          <a:p>
            <a:pPr algn="just"/>
            <a:r>
              <a:rPr lang="es-ES" sz="1800" dirty="0">
                <a:solidFill>
                  <a:schemeClr val="tx1"/>
                </a:solidFill>
                <a:latin typeface="Arial" panose="020B0604020202020204" pitchFamily="34" charset="0"/>
              </a:rPr>
              <a:t>Es común que un equipo elija un estilo arquitectónico temprano, con poca información, y después nunca vuelva a cuestionarlo — ni cuando el sistema crece, ni cuando aparece un requisito que el estilo elegido no maneja bien. "Elegimos microservicios porque es lo que se usa en la industria" o "seguimos con el monolito porque ya lo tenemos" son las dos caras del mismo problema: una decisión arquitectónica que dejó de estar justificada por </a:t>
            </a:r>
            <a:r>
              <a:rPr lang="es-ES" sz="1800" dirty="0" err="1">
                <a:solidFill>
                  <a:schemeClr val="tx1"/>
                </a:solidFill>
                <a:latin typeface="Arial" panose="020B0604020202020204" pitchFamily="34" charset="0"/>
              </a:rPr>
              <a:t>trade-offs</a:t>
            </a:r>
            <a:r>
              <a:rPr lang="es-ES" sz="1800" dirty="0">
                <a:solidFill>
                  <a:schemeClr val="tx1"/>
                </a:solidFill>
                <a:latin typeface="Arial" panose="020B0604020202020204" pitchFamily="34" charset="0"/>
              </a:rPr>
              <a:t> reales, y pasó a sostenerse solo por inercia o por moda.</a:t>
            </a:r>
          </a:p>
          <a:p>
            <a:endParaRPr lang="es-ES" sz="1800" dirty="0">
              <a:solidFill>
                <a:schemeClr val="tx1"/>
              </a:solidFill>
              <a:latin typeface="Arial" panose="020B0604020202020204" pitchFamily="34" charset="0"/>
            </a:endParaRPr>
          </a:p>
          <a:p>
            <a:pPr algn="just"/>
            <a:r>
              <a:rPr lang="es-ES" sz="1800" dirty="0">
                <a:solidFill>
                  <a:schemeClr val="tx1"/>
                </a:solidFill>
                <a:latin typeface="Arial" panose="020B0604020202020204" pitchFamily="34" charset="0"/>
              </a:rPr>
              <a:t>La forma correcta de evitarlo no es elegir "bien" desde el principio y no volver a tocarlo — es tratar la elección de estilo arquitectónico como algo que se revisita con evidencia: ¿el sistema realmente necesita escalar de la forma que el estilo elegido permite? ¿el equipo y el alcance justifican la complejidad adicional de separar en más piezas? ¿el dominio tiene la complejidad que justificaría una arquitectura hexagonal o </a:t>
            </a:r>
            <a:r>
              <a:rPr lang="es-ES" sz="1800" dirty="0" err="1">
                <a:solidFill>
                  <a:schemeClr val="tx1"/>
                </a:solidFill>
                <a:latin typeface="Arial" panose="020B0604020202020204" pitchFamily="34" charset="0"/>
              </a:rPr>
              <a:t>Clean</a:t>
            </a:r>
            <a:r>
              <a:rPr lang="es-ES" sz="1800" dirty="0">
                <a:solidFill>
                  <a:schemeClr val="tx1"/>
                </a:solidFill>
                <a:latin typeface="Arial" panose="020B0604020202020204" pitchFamily="34" charset="0"/>
              </a:rPr>
              <a:t> </a:t>
            </a:r>
            <a:r>
              <a:rPr lang="es-ES" sz="1800" dirty="0" err="1">
                <a:solidFill>
                  <a:schemeClr val="tx1"/>
                </a:solidFill>
                <a:latin typeface="Arial" panose="020B0604020202020204" pitchFamily="34" charset="0"/>
              </a:rPr>
              <a:t>Architecture</a:t>
            </a:r>
            <a:r>
              <a:rPr lang="es-ES" sz="1800" dirty="0">
                <a:solidFill>
                  <a:schemeClr val="tx1"/>
                </a:solidFill>
                <a:latin typeface="Arial" panose="020B0604020202020204" pitchFamily="34" charset="0"/>
              </a:rPr>
              <a:t>? Esta sesión aplica exactamente esas preguntas.</a:t>
            </a:r>
            <a:endParaRPr lang="en-US" sz="1800" dirty="0">
              <a:solidFill>
                <a:schemeClr val="tx1"/>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p:nvPr/>
        </p:nvSpPr>
        <p:spPr>
          <a:xfrm>
            <a:off x="2650002" y="31058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a:solidFill>
                  <a:schemeClr val="lt1"/>
                </a:solidFill>
                <a:latin typeface="Montserrat"/>
                <a:ea typeface="Montserrat"/>
                <a:cs typeface="Montserrat"/>
                <a:sym typeface="Montserrat"/>
              </a:rPr>
              <a:t>EXPLICA</a:t>
            </a:r>
            <a:endParaRPr sz="4000">
              <a:solidFill>
                <a:schemeClr val="lt1"/>
              </a:solidFill>
              <a:latin typeface="Montserrat"/>
              <a:ea typeface="Montserrat"/>
              <a:cs typeface="Montserrat"/>
              <a:sym typeface="Montserrat"/>
            </a:endParaRPr>
          </a:p>
        </p:txBody>
      </p:sp>
      <p:pic>
        <p:nvPicPr>
          <p:cNvPr id="197" name="Google Shape;197;p31" descr="Interfaz de usuario gráfica, Aplicación&#10;&#10;El contenido generado por IA puede ser incorrecto."/>
          <p:cNvPicPr preferRelativeResize="0"/>
          <p:nvPr/>
        </p:nvPicPr>
        <p:blipFill rotWithShape="1">
          <a:blip r:embed="rId3">
            <a:alphaModFix/>
          </a:blip>
          <a:srcRect l="4670" t="53458" r="76561" b="26591"/>
          <a:stretch/>
        </p:blipFill>
        <p:spPr>
          <a:xfrm>
            <a:off x="5434025" y="1550594"/>
            <a:ext cx="1325150" cy="14084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2377554" y="162410"/>
            <a:ext cx="6893100"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ea typeface="Montserrat"/>
                <a:cs typeface="Montserrat"/>
                <a:sym typeface="Montserrat"/>
              </a:rPr>
              <a:t>Ubicación del Curso</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sz="4000" dirty="0">
              <a:solidFill>
                <a:srgbClr val="003567"/>
              </a:solidFill>
              <a:latin typeface="Montserrat"/>
              <a:ea typeface="Montserrat"/>
              <a:cs typeface="Montserrat"/>
              <a:sym typeface="Montserrat"/>
            </a:endParaRPr>
          </a:p>
        </p:txBody>
      </p:sp>
      <p:pic>
        <p:nvPicPr>
          <p:cNvPr id="4" name="Imagen 3">
            <a:extLst>
              <a:ext uri="{FF2B5EF4-FFF2-40B4-BE49-F238E27FC236}">
                <a16:creationId xmlns:a16="http://schemas.microsoft.com/office/drawing/2014/main" id="{5EBB85A9-5D98-70A8-F16F-F061B4200932}"/>
              </a:ext>
            </a:extLst>
          </p:cNvPr>
          <p:cNvPicPr>
            <a:picLocks noChangeAspect="1"/>
          </p:cNvPicPr>
          <p:nvPr/>
        </p:nvPicPr>
        <p:blipFill>
          <a:blip r:embed="rId3"/>
          <a:stretch>
            <a:fillRect/>
          </a:stretch>
        </p:blipFill>
        <p:spPr>
          <a:xfrm>
            <a:off x="4414282" y="808610"/>
            <a:ext cx="2819644" cy="5273497"/>
          </a:xfrm>
          <a:prstGeom prst="rect">
            <a:avLst/>
          </a:prstGeom>
        </p:spPr>
      </p:pic>
    </p:spTree>
    <p:extLst>
      <p:ext uri="{BB962C8B-B14F-4D97-AF65-F5344CB8AC3E}">
        <p14:creationId xmlns:p14="http://schemas.microsoft.com/office/powerpoint/2010/main" val="2485896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1" name="Google Shape;191;p30"/>
          <p:cNvSpPr/>
          <p:nvPr/>
        </p:nvSpPr>
        <p:spPr>
          <a:xfrm>
            <a:off x="109891" y="139344"/>
            <a:ext cx="11272484"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  Estilos arquitectónicos y sus </a:t>
            </a:r>
            <a:r>
              <a:rPr lang="es-ES" sz="3600" b="1" dirty="0" err="1">
                <a:solidFill>
                  <a:srgbClr val="003567"/>
                </a:solidFill>
                <a:latin typeface="Montserrat"/>
              </a:rPr>
              <a:t>trade-offs</a:t>
            </a:r>
            <a:endParaRPr lang="es-ES" sz="4400" b="0" i="0" dirty="0">
              <a:effectLst/>
              <a:latin typeface="Roboto" panose="02000000000000000000" pitchFamily="2" charset="0"/>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7" name="CuadroTexto 6">
            <a:extLst>
              <a:ext uri="{FF2B5EF4-FFF2-40B4-BE49-F238E27FC236}">
                <a16:creationId xmlns:a16="http://schemas.microsoft.com/office/drawing/2014/main" id="{C27CFA31-66F4-7861-D96F-6D6F3A5E0C7A}"/>
              </a:ext>
            </a:extLst>
          </p:cNvPr>
          <p:cNvSpPr txBox="1"/>
          <p:nvPr/>
        </p:nvSpPr>
        <p:spPr>
          <a:xfrm>
            <a:off x="1117336" y="1039796"/>
            <a:ext cx="9257593" cy="1569660"/>
          </a:xfrm>
          <a:prstGeom prst="rect">
            <a:avLst/>
          </a:prstGeom>
          <a:noFill/>
        </p:spPr>
        <p:txBody>
          <a:bodyPr wrap="square">
            <a:spAutoFit/>
          </a:bodyPr>
          <a:lstStyle/>
          <a:p>
            <a:pPr algn="just"/>
            <a:r>
              <a:rPr lang="es-ES" sz="2400" dirty="0">
                <a:latin typeface="Roboto" panose="02000000000000000000" pitchFamily="2" charset="0"/>
              </a:rPr>
              <a:t>Cada estilo arquitectónico resuelve un problema específico, a cambio de un costo específico no hay un estilo "mejor" en abstracto, solo un estilo más o menos adecuado para un alcance, un equipo y un momento del proyecto concretos.</a:t>
            </a:r>
            <a:endParaRPr lang="en-US" sz="2400" dirty="0">
              <a:latin typeface="Roboto" panose="02000000000000000000" pitchFamily="2" charset="0"/>
            </a:endParaRPr>
          </a:p>
        </p:txBody>
      </p:sp>
      <p:pic>
        <p:nvPicPr>
          <p:cNvPr id="1026" name="Picture 2" descr="Responsabilidades de la Arquitectura de Software - Arragonán - Dani Latorre">
            <a:extLst>
              <a:ext uri="{FF2B5EF4-FFF2-40B4-BE49-F238E27FC236}">
                <a16:creationId xmlns:a16="http://schemas.microsoft.com/office/drawing/2014/main" id="{29270F74-4638-4259-7FBC-6DF08BED1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8214" y="2863708"/>
            <a:ext cx="5174449" cy="3294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639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pic>
        <p:nvPicPr>
          <p:cNvPr id="3" name="Imagen 2">
            <a:extLst>
              <a:ext uri="{FF2B5EF4-FFF2-40B4-BE49-F238E27FC236}">
                <a16:creationId xmlns:a16="http://schemas.microsoft.com/office/drawing/2014/main" id="{C7391991-BF97-C00F-4AE3-52C95556FDB3}"/>
              </a:ext>
            </a:extLst>
          </p:cNvPr>
          <p:cNvPicPr>
            <a:picLocks noChangeAspect="1"/>
          </p:cNvPicPr>
          <p:nvPr/>
        </p:nvPicPr>
        <p:blipFill>
          <a:blip r:embed="rId3"/>
          <a:stretch>
            <a:fillRect/>
          </a:stretch>
        </p:blipFill>
        <p:spPr>
          <a:xfrm>
            <a:off x="1478296" y="1280863"/>
            <a:ext cx="9192843" cy="46963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CuadroTexto 7">
            <a:extLst>
              <a:ext uri="{FF2B5EF4-FFF2-40B4-BE49-F238E27FC236}">
                <a16:creationId xmlns:a16="http://schemas.microsoft.com/office/drawing/2014/main" id="{6C18AB40-2C35-FC2B-AAC1-37297104E711}"/>
              </a:ext>
            </a:extLst>
          </p:cNvPr>
          <p:cNvSpPr txBox="1"/>
          <p:nvPr/>
        </p:nvSpPr>
        <p:spPr>
          <a:xfrm>
            <a:off x="669354" y="251984"/>
            <a:ext cx="10810725" cy="830997"/>
          </a:xfrm>
          <a:prstGeom prst="rect">
            <a:avLst/>
          </a:prstGeom>
          <a:noFill/>
        </p:spPr>
        <p:txBody>
          <a:bodyPr wrap="square">
            <a:spAutoFit/>
          </a:bodyPr>
          <a:lstStyle/>
          <a:p>
            <a:pPr algn="ctr"/>
            <a:r>
              <a:rPr lang="es-ES" sz="2400" b="1" dirty="0">
                <a:solidFill>
                  <a:srgbClr val="003567"/>
                </a:solidFill>
                <a:latin typeface="Montserrat"/>
              </a:rPr>
              <a:t>Línea de tiempo de patrones y estilos arquitectónicos relacionados (2003-2016)</a:t>
            </a:r>
            <a:endParaRPr lang="en-US" sz="2400" b="1" dirty="0">
              <a:solidFill>
                <a:srgbClr val="003567"/>
              </a:solidFill>
              <a:latin typeface="Montserrat"/>
            </a:endParaRPr>
          </a:p>
        </p:txBody>
      </p:sp>
    </p:spTree>
    <p:extLst>
      <p:ext uri="{BB962C8B-B14F-4D97-AF65-F5344CB8AC3E}">
        <p14:creationId xmlns:p14="http://schemas.microsoft.com/office/powerpoint/2010/main" val="969185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pic>
        <p:nvPicPr>
          <p:cNvPr id="4" name="Imagen 3">
            <a:extLst>
              <a:ext uri="{FF2B5EF4-FFF2-40B4-BE49-F238E27FC236}">
                <a16:creationId xmlns:a16="http://schemas.microsoft.com/office/drawing/2014/main" id="{A74B5617-7F53-A6AC-70CB-2BDFEB77E29E}"/>
              </a:ext>
            </a:extLst>
          </p:cNvPr>
          <p:cNvPicPr>
            <a:picLocks noChangeAspect="1"/>
          </p:cNvPicPr>
          <p:nvPr/>
        </p:nvPicPr>
        <p:blipFill>
          <a:blip r:embed="rId3"/>
          <a:stretch>
            <a:fillRect/>
          </a:stretch>
        </p:blipFill>
        <p:spPr>
          <a:xfrm>
            <a:off x="1324729" y="1266382"/>
            <a:ext cx="9231171" cy="45107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CuadroTexto 6">
            <a:extLst>
              <a:ext uri="{FF2B5EF4-FFF2-40B4-BE49-F238E27FC236}">
                <a16:creationId xmlns:a16="http://schemas.microsoft.com/office/drawing/2014/main" id="{2D80326D-49FA-9E2D-BDFF-5D588D6747BD}"/>
              </a:ext>
            </a:extLst>
          </p:cNvPr>
          <p:cNvSpPr txBox="1"/>
          <p:nvPr/>
        </p:nvSpPr>
        <p:spPr>
          <a:xfrm>
            <a:off x="669354" y="251984"/>
            <a:ext cx="10810725" cy="830997"/>
          </a:xfrm>
          <a:prstGeom prst="rect">
            <a:avLst/>
          </a:prstGeom>
          <a:noFill/>
        </p:spPr>
        <p:txBody>
          <a:bodyPr wrap="square">
            <a:spAutoFit/>
          </a:bodyPr>
          <a:lstStyle/>
          <a:p>
            <a:pPr algn="ctr"/>
            <a:r>
              <a:rPr lang="es-ES" sz="2400" b="1" dirty="0">
                <a:solidFill>
                  <a:srgbClr val="003567"/>
                </a:solidFill>
                <a:latin typeface="Montserrat"/>
              </a:rPr>
              <a:t>Línea de tiempo de patrones y estilos arquitectónicos relacionados (2003-2016)</a:t>
            </a:r>
            <a:endParaRPr lang="en-US" sz="2400" b="1" dirty="0">
              <a:solidFill>
                <a:srgbClr val="003567"/>
              </a:solidFill>
              <a:latin typeface="Montserrat"/>
            </a:endParaRPr>
          </a:p>
        </p:txBody>
      </p:sp>
    </p:spTree>
    <p:extLst>
      <p:ext uri="{BB962C8B-B14F-4D97-AF65-F5344CB8AC3E}">
        <p14:creationId xmlns:p14="http://schemas.microsoft.com/office/powerpoint/2010/main" val="188635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Estilos arquitectónicos modernos</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60904" y="959734"/>
            <a:ext cx="10424080" cy="1200329"/>
          </a:xfrm>
          <a:prstGeom prst="rect">
            <a:avLst/>
          </a:prstGeom>
          <a:noFill/>
        </p:spPr>
        <p:txBody>
          <a:bodyPr wrap="square">
            <a:spAutoFit/>
          </a:bodyPr>
          <a:lstStyle/>
          <a:p>
            <a:pPr algn="just"/>
            <a:r>
              <a:rPr lang="es-ES" sz="2400" b="0" i="0" dirty="0">
                <a:effectLst/>
                <a:latin typeface="Roboto" panose="02000000000000000000" pitchFamily="2" charset="0"/>
              </a:rPr>
              <a:t>Ninguno de los siete estilos que profundiza esta sesión (capas, hexagonal, </a:t>
            </a:r>
            <a:r>
              <a:rPr lang="es-ES" sz="2400" b="0" i="0" dirty="0" err="1">
                <a:effectLst/>
                <a:latin typeface="Roboto" panose="02000000000000000000" pitchFamily="2" charset="0"/>
              </a:rPr>
              <a:t>Clean</a:t>
            </a:r>
            <a:r>
              <a:rPr lang="es-ES" sz="2400" b="0" i="0" dirty="0">
                <a:effectLst/>
                <a:latin typeface="Roboto" panose="02000000000000000000" pitchFamily="2" charset="0"/>
              </a:rPr>
              <a:t> </a:t>
            </a:r>
            <a:r>
              <a:rPr lang="es-ES" sz="2400" b="0" i="0" dirty="0" err="1">
                <a:effectLst/>
                <a:latin typeface="Roboto" panose="02000000000000000000" pitchFamily="2" charset="0"/>
              </a:rPr>
              <a:t>Architecture</a:t>
            </a:r>
            <a:r>
              <a:rPr lang="es-ES" sz="2400" b="0" i="0" dirty="0">
                <a:effectLst/>
                <a:latin typeface="Roboto" panose="02000000000000000000" pitchFamily="2" charset="0"/>
              </a:rPr>
              <a:t>, monolito modular, microservicios, </a:t>
            </a:r>
            <a:r>
              <a:rPr lang="es-ES" sz="2400" b="0" i="0" dirty="0" err="1">
                <a:effectLst/>
                <a:latin typeface="Roboto" panose="02000000000000000000" pitchFamily="2" charset="0"/>
              </a:rPr>
              <a:t>serverless</a:t>
            </a:r>
            <a:r>
              <a:rPr lang="es-ES" sz="2400" b="0" i="0" dirty="0">
                <a:effectLst/>
                <a:latin typeface="Roboto" panose="02000000000000000000" pitchFamily="2" charset="0"/>
              </a:rPr>
              <a:t>, </a:t>
            </a:r>
            <a:r>
              <a:rPr lang="es-ES" sz="2400" b="0" i="0" dirty="0" err="1">
                <a:effectLst/>
                <a:latin typeface="Roboto" panose="02000000000000000000" pitchFamily="2" charset="0"/>
              </a:rPr>
              <a:t>microfrontend</a:t>
            </a:r>
            <a:r>
              <a:rPr lang="es-ES" sz="2400" b="0" i="0" dirty="0">
                <a:effectLst/>
                <a:latin typeface="Roboto" panose="02000000000000000000" pitchFamily="2" charset="0"/>
              </a:rPr>
              <a:t>) tiene más de 25 años — y varios, menos de 15.</a:t>
            </a:r>
            <a:endParaRPr lang="en-US" sz="2400" dirty="0"/>
          </a:p>
        </p:txBody>
      </p:sp>
      <p:sp>
        <p:nvSpPr>
          <p:cNvPr id="2" name="AutoShape 4" descr="Cuáles son los principales tipos de arquitectura de software? ️| Politécnico Grancolombiano">
            <a:extLst>
              <a:ext uri="{FF2B5EF4-FFF2-40B4-BE49-F238E27FC236}">
                <a16:creationId xmlns:a16="http://schemas.microsoft.com/office/drawing/2014/main" id="{E6F628ED-BD72-C752-8D6D-6E53674295D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Fundamentos De La Arquitectura De Software 2025">
            <a:extLst>
              <a:ext uri="{FF2B5EF4-FFF2-40B4-BE49-F238E27FC236}">
                <a16:creationId xmlns:a16="http://schemas.microsoft.com/office/drawing/2014/main" id="{A3CDB197-8418-06C0-6D21-D9CDF4FC87C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Imagen 7">
            <a:extLst>
              <a:ext uri="{FF2B5EF4-FFF2-40B4-BE49-F238E27FC236}">
                <a16:creationId xmlns:a16="http://schemas.microsoft.com/office/drawing/2014/main" id="{D8004751-DAD9-93C5-003A-BA1E12ACC746}"/>
              </a:ext>
            </a:extLst>
          </p:cNvPr>
          <p:cNvPicPr>
            <a:picLocks noChangeAspect="1"/>
          </p:cNvPicPr>
          <p:nvPr/>
        </p:nvPicPr>
        <p:blipFill>
          <a:blip r:embed="rId3"/>
          <a:stretch>
            <a:fillRect/>
          </a:stretch>
        </p:blipFill>
        <p:spPr>
          <a:xfrm>
            <a:off x="2975296" y="2227119"/>
            <a:ext cx="5182154" cy="3550052"/>
          </a:xfrm>
          <a:prstGeom prst="rect">
            <a:avLst/>
          </a:prstGeom>
        </p:spPr>
      </p:pic>
    </p:spTree>
    <p:extLst>
      <p:ext uri="{BB962C8B-B14F-4D97-AF65-F5344CB8AC3E}">
        <p14:creationId xmlns:p14="http://schemas.microsoft.com/office/powerpoint/2010/main" val="144822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5" name="CuadroTexto 4">
            <a:extLst>
              <a:ext uri="{FF2B5EF4-FFF2-40B4-BE49-F238E27FC236}">
                <a16:creationId xmlns:a16="http://schemas.microsoft.com/office/drawing/2014/main" id="{F5B8042A-DC18-5DC1-2E65-55AC8C011373}"/>
              </a:ext>
            </a:extLst>
          </p:cNvPr>
          <p:cNvSpPr txBox="1"/>
          <p:nvPr/>
        </p:nvSpPr>
        <p:spPr>
          <a:xfrm>
            <a:off x="669354" y="251984"/>
            <a:ext cx="10810725" cy="461665"/>
          </a:xfrm>
          <a:prstGeom prst="rect">
            <a:avLst/>
          </a:prstGeom>
          <a:noFill/>
        </p:spPr>
        <p:txBody>
          <a:bodyPr wrap="square">
            <a:spAutoFit/>
          </a:bodyPr>
          <a:lstStyle/>
          <a:p>
            <a:pPr algn="ctr"/>
            <a:r>
              <a:rPr lang="es-ES" sz="2400" b="1" dirty="0">
                <a:solidFill>
                  <a:srgbClr val="003567"/>
                </a:solidFill>
                <a:latin typeface="Montserrat"/>
              </a:rPr>
              <a:t>Estilos arquitectónicos modernos</a:t>
            </a:r>
            <a:endParaRPr lang="en-US" sz="2400" b="1" dirty="0">
              <a:solidFill>
                <a:srgbClr val="003567"/>
              </a:solidFill>
              <a:latin typeface="Montserrat"/>
            </a:endParaRPr>
          </a:p>
        </p:txBody>
      </p:sp>
      <p:pic>
        <p:nvPicPr>
          <p:cNvPr id="3" name="Imagen 2">
            <a:extLst>
              <a:ext uri="{FF2B5EF4-FFF2-40B4-BE49-F238E27FC236}">
                <a16:creationId xmlns:a16="http://schemas.microsoft.com/office/drawing/2014/main" id="{D2115DA8-BF4A-2AEA-271A-00E11084F1AC}"/>
              </a:ext>
            </a:extLst>
          </p:cNvPr>
          <p:cNvPicPr>
            <a:picLocks noChangeAspect="1"/>
          </p:cNvPicPr>
          <p:nvPr/>
        </p:nvPicPr>
        <p:blipFill>
          <a:blip r:embed="rId3"/>
          <a:stretch>
            <a:fillRect/>
          </a:stretch>
        </p:blipFill>
        <p:spPr>
          <a:xfrm>
            <a:off x="1488268" y="773200"/>
            <a:ext cx="8747446" cy="6084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66698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5" name="CuadroTexto 4">
            <a:extLst>
              <a:ext uri="{FF2B5EF4-FFF2-40B4-BE49-F238E27FC236}">
                <a16:creationId xmlns:a16="http://schemas.microsoft.com/office/drawing/2014/main" id="{F5B8042A-DC18-5DC1-2E65-55AC8C011373}"/>
              </a:ext>
            </a:extLst>
          </p:cNvPr>
          <p:cNvSpPr txBox="1"/>
          <p:nvPr/>
        </p:nvSpPr>
        <p:spPr>
          <a:xfrm>
            <a:off x="669354" y="251984"/>
            <a:ext cx="10810725" cy="461665"/>
          </a:xfrm>
          <a:prstGeom prst="rect">
            <a:avLst/>
          </a:prstGeom>
          <a:noFill/>
        </p:spPr>
        <p:txBody>
          <a:bodyPr wrap="square">
            <a:spAutoFit/>
          </a:bodyPr>
          <a:lstStyle/>
          <a:p>
            <a:pPr algn="ctr"/>
            <a:r>
              <a:rPr lang="es-ES" sz="2400" b="1">
                <a:solidFill>
                  <a:srgbClr val="003567"/>
                </a:solidFill>
                <a:latin typeface="Montserrat"/>
              </a:rPr>
              <a:t>Estilos arquitectónicos modernos</a:t>
            </a:r>
            <a:endParaRPr lang="en-US" sz="2400" b="1" dirty="0">
              <a:solidFill>
                <a:srgbClr val="003567"/>
              </a:solidFill>
              <a:latin typeface="Montserrat"/>
            </a:endParaRPr>
          </a:p>
        </p:txBody>
      </p:sp>
      <p:pic>
        <p:nvPicPr>
          <p:cNvPr id="4" name="Imagen 3">
            <a:extLst>
              <a:ext uri="{FF2B5EF4-FFF2-40B4-BE49-F238E27FC236}">
                <a16:creationId xmlns:a16="http://schemas.microsoft.com/office/drawing/2014/main" id="{E88A69C0-545E-47D9-64BE-C5447D769610}"/>
              </a:ext>
            </a:extLst>
          </p:cNvPr>
          <p:cNvPicPr>
            <a:picLocks noChangeAspect="1"/>
          </p:cNvPicPr>
          <p:nvPr/>
        </p:nvPicPr>
        <p:blipFill>
          <a:blip r:embed="rId3"/>
          <a:stretch>
            <a:fillRect/>
          </a:stretch>
        </p:blipFill>
        <p:spPr>
          <a:xfrm>
            <a:off x="2069453" y="768350"/>
            <a:ext cx="7724776" cy="58376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90088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Estilos arquitectónicos modernos</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60904" y="959734"/>
            <a:ext cx="10424080" cy="1569660"/>
          </a:xfrm>
          <a:prstGeom prst="rect">
            <a:avLst/>
          </a:prstGeom>
          <a:noFill/>
        </p:spPr>
        <p:txBody>
          <a:bodyPr wrap="square">
            <a:spAutoFit/>
          </a:bodyPr>
          <a:lstStyle/>
          <a:p>
            <a:pPr algn="just"/>
            <a:r>
              <a:rPr lang="es-ES" sz="2400" dirty="0">
                <a:latin typeface="Roboto" panose="02000000000000000000" pitchFamily="2" charset="0"/>
              </a:rPr>
              <a:t>Ningún estilo elimina el </a:t>
            </a:r>
            <a:r>
              <a:rPr lang="es-ES" sz="2400" dirty="0" err="1">
                <a:latin typeface="Roboto" panose="02000000000000000000" pitchFamily="2" charset="0"/>
              </a:rPr>
              <a:t>trade</a:t>
            </a:r>
            <a:r>
              <a:rPr lang="es-ES" sz="2400" dirty="0">
                <a:latin typeface="Roboto" panose="02000000000000000000" pitchFamily="2" charset="0"/>
              </a:rPr>
              <a:t>-off del anterior — lo cambia por otro. Monolito modular cambia "no puedo escalar un módulo por separado" por "no tengo que operar red ni bases de datos distribuidas"; microservicios hace exactamente el cambio contrario.</a:t>
            </a:r>
            <a:endParaRPr lang="en-US" sz="2400" dirty="0"/>
          </a:p>
        </p:txBody>
      </p:sp>
      <p:pic>
        <p:nvPicPr>
          <p:cNvPr id="2050" name="Picture 2" descr="Arquitectura de software: Definición, elementos y tipos">
            <a:extLst>
              <a:ext uri="{FF2B5EF4-FFF2-40B4-BE49-F238E27FC236}">
                <a16:creationId xmlns:a16="http://schemas.microsoft.com/office/drawing/2014/main" id="{539A3072-81E1-A3C4-E464-A7FDA77E6C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1387" y="2614107"/>
            <a:ext cx="5480137"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303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err="1">
                <a:solidFill>
                  <a:srgbClr val="003567"/>
                </a:solidFill>
                <a:latin typeface="Montserrat"/>
              </a:rPr>
              <a:t>Arquitectura</a:t>
            </a:r>
            <a:r>
              <a:rPr lang="en-US" sz="3600" b="1" dirty="0">
                <a:solidFill>
                  <a:srgbClr val="003567"/>
                </a:solidFill>
                <a:latin typeface="Montserrat"/>
              </a:rPr>
              <a:t> </a:t>
            </a:r>
            <a:r>
              <a:rPr lang="en-US" sz="3600" b="1" dirty="0" err="1">
                <a:solidFill>
                  <a:srgbClr val="003567"/>
                </a:solidFill>
                <a:latin typeface="Montserrat"/>
              </a:rPr>
              <a:t>en</a:t>
            </a:r>
            <a:r>
              <a:rPr lang="en-US" sz="3600" b="1" dirty="0">
                <a:solidFill>
                  <a:srgbClr val="003567"/>
                </a:solidFill>
                <a:latin typeface="Montserrat"/>
              </a:rPr>
              <a:t> </a:t>
            </a:r>
            <a:r>
              <a:rPr lang="en-US" sz="3600" b="1" dirty="0" err="1">
                <a:solidFill>
                  <a:srgbClr val="003567"/>
                </a:solidFill>
                <a:latin typeface="Montserrat"/>
              </a:rPr>
              <a:t>capas</a:t>
            </a: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717625" y="867260"/>
            <a:ext cx="5759375" cy="3108543"/>
          </a:xfrm>
          <a:prstGeom prst="rect">
            <a:avLst/>
          </a:prstGeom>
          <a:noFill/>
        </p:spPr>
        <p:txBody>
          <a:bodyPr wrap="square">
            <a:spAutoFit/>
          </a:bodyPr>
          <a:lstStyle/>
          <a:p>
            <a:pPr algn="just"/>
            <a:r>
              <a:rPr lang="es-ES" sz="2800" b="0" i="0" dirty="0">
                <a:effectLst/>
                <a:latin typeface="Roboto" panose="02000000000000000000" pitchFamily="2" charset="0"/>
              </a:rPr>
              <a:t>La arquitectura en capas organiza el código en niveles horizontales  cada capa depende solo de la que tiene inmediatamente debajo, nunca al revés, y nunca se salta una capa para llegar directo a otra más abajo.</a:t>
            </a:r>
            <a:endParaRPr lang="en-US" sz="2800" dirty="0"/>
          </a:p>
        </p:txBody>
      </p:sp>
      <p:pic>
        <p:nvPicPr>
          <p:cNvPr id="3" name="Imagen 2">
            <a:extLst>
              <a:ext uri="{FF2B5EF4-FFF2-40B4-BE49-F238E27FC236}">
                <a16:creationId xmlns:a16="http://schemas.microsoft.com/office/drawing/2014/main" id="{26532FF8-DA7D-02E2-BE1B-DE94188E4EEB}"/>
              </a:ext>
            </a:extLst>
          </p:cNvPr>
          <p:cNvPicPr>
            <a:picLocks noChangeAspect="1"/>
          </p:cNvPicPr>
          <p:nvPr/>
        </p:nvPicPr>
        <p:blipFill>
          <a:blip r:embed="rId3"/>
          <a:stretch>
            <a:fillRect/>
          </a:stretch>
        </p:blipFill>
        <p:spPr>
          <a:xfrm>
            <a:off x="7382481" y="694432"/>
            <a:ext cx="3997128" cy="5439668"/>
          </a:xfrm>
          <a:prstGeom prst="rect">
            <a:avLst/>
          </a:prstGeom>
        </p:spPr>
      </p:pic>
    </p:spTree>
    <p:extLst>
      <p:ext uri="{BB962C8B-B14F-4D97-AF65-F5344CB8AC3E}">
        <p14:creationId xmlns:p14="http://schemas.microsoft.com/office/powerpoint/2010/main" val="2935282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Dónde se usa en la práctica</a:t>
            </a: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717625" y="867260"/>
            <a:ext cx="6245150" cy="5693866"/>
          </a:xfrm>
          <a:prstGeom prst="rect">
            <a:avLst/>
          </a:prstGeom>
          <a:noFill/>
        </p:spPr>
        <p:txBody>
          <a:bodyPr wrap="square">
            <a:spAutoFit/>
          </a:bodyPr>
          <a:lstStyle/>
          <a:p>
            <a:pPr algn="just"/>
            <a:r>
              <a:rPr lang="es-ES" sz="2800" dirty="0"/>
              <a:t>Es la base casi universal de cualquier aplicación empresarial — no compite con los otros seis estilos, vive dentro de ellos. Un monolito modular tiene capas dentro de cada módulo (como </a:t>
            </a:r>
            <a:r>
              <a:rPr lang="es-ES" sz="2800" dirty="0" err="1"/>
              <a:t>BomERP</a:t>
            </a:r>
            <a:r>
              <a:rPr lang="es-ES" sz="2800" dirty="0"/>
              <a:t>); un microservicio tiene capas dentro de cada servicio; incluso hexagonal y </a:t>
            </a:r>
            <a:r>
              <a:rPr lang="es-ES" sz="2800" dirty="0" err="1"/>
              <a:t>Clean</a:t>
            </a:r>
            <a:r>
              <a:rPr lang="es-ES" sz="2800" dirty="0"/>
              <a:t> </a:t>
            </a:r>
            <a:r>
              <a:rPr lang="es-ES" sz="2800" dirty="0" err="1"/>
              <a:t>Architecture</a:t>
            </a:r>
            <a:r>
              <a:rPr lang="es-ES" sz="2800" dirty="0"/>
              <a:t> son, en el fondo, una forma más estricta de organizar capas, con una regla extra sobre la dirección de las dependencias.</a:t>
            </a:r>
          </a:p>
          <a:p>
            <a:pPr algn="just"/>
            <a:endParaRPr lang="en-US" sz="2800" dirty="0"/>
          </a:p>
        </p:txBody>
      </p:sp>
      <p:pic>
        <p:nvPicPr>
          <p:cNvPr id="8" name="Imagen 7">
            <a:extLst>
              <a:ext uri="{FF2B5EF4-FFF2-40B4-BE49-F238E27FC236}">
                <a16:creationId xmlns:a16="http://schemas.microsoft.com/office/drawing/2014/main" id="{793E0D2D-CDE2-2F1D-74C5-06B1EE832736}"/>
              </a:ext>
            </a:extLst>
          </p:cNvPr>
          <p:cNvPicPr>
            <a:picLocks noChangeAspect="1"/>
          </p:cNvPicPr>
          <p:nvPr/>
        </p:nvPicPr>
        <p:blipFill>
          <a:blip r:embed="rId3"/>
          <a:stretch>
            <a:fillRect/>
          </a:stretch>
        </p:blipFill>
        <p:spPr>
          <a:xfrm>
            <a:off x="7327233" y="694432"/>
            <a:ext cx="3876913" cy="5227450"/>
          </a:xfrm>
          <a:prstGeom prst="rect">
            <a:avLst/>
          </a:prstGeom>
        </p:spPr>
      </p:pic>
    </p:spTree>
    <p:extLst>
      <p:ext uri="{BB962C8B-B14F-4D97-AF65-F5344CB8AC3E}">
        <p14:creationId xmlns:p14="http://schemas.microsoft.com/office/powerpoint/2010/main" val="3966515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6" name="CuadroTexto 5">
            <a:extLst>
              <a:ext uri="{FF2B5EF4-FFF2-40B4-BE49-F238E27FC236}">
                <a16:creationId xmlns:a16="http://schemas.microsoft.com/office/drawing/2014/main" id="{FCD5394F-C115-DA49-56EF-98789858F791}"/>
              </a:ext>
            </a:extLst>
          </p:cNvPr>
          <p:cNvSpPr txBox="1"/>
          <p:nvPr/>
        </p:nvSpPr>
        <p:spPr>
          <a:xfrm>
            <a:off x="279475" y="603603"/>
            <a:ext cx="11386104" cy="2862322"/>
          </a:xfrm>
          <a:prstGeom prst="rect">
            <a:avLst/>
          </a:prstGeom>
          <a:noFill/>
        </p:spPr>
        <p:txBody>
          <a:bodyPr wrap="square">
            <a:spAutoFit/>
          </a:bodyPr>
          <a:lstStyle/>
          <a:p>
            <a:pPr algn="just"/>
            <a:endParaRPr lang="es-ES" sz="2000" dirty="0"/>
          </a:p>
          <a:p>
            <a:pPr algn="just"/>
            <a:endParaRPr lang="es-ES" sz="2000" dirty="0"/>
          </a:p>
          <a:p>
            <a:pPr algn="just"/>
            <a:r>
              <a:rPr lang="es-ES" sz="2800" b="0" i="0" dirty="0">
                <a:effectLst/>
                <a:latin typeface="Roboto" panose="02000000000000000000" pitchFamily="2" charset="0"/>
              </a:rPr>
              <a:t>confundir "capas" con "monolito" — son ejes distintos. Capas responde "¿cómo se organiza el código dentro de una pieza?"; monolito modular / microservicios responde "¿cuántas piezas desplegables hay?". </a:t>
            </a:r>
            <a:r>
              <a:rPr lang="es-ES" sz="2800" b="0" i="0" dirty="0" err="1">
                <a:effectLst/>
                <a:latin typeface="Roboto" panose="02000000000000000000" pitchFamily="2" charset="0"/>
              </a:rPr>
              <a:t>BomERP</a:t>
            </a:r>
            <a:r>
              <a:rPr lang="es-ES" sz="2800" b="0" i="0" dirty="0">
                <a:effectLst/>
                <a:latin typeface="Roboto" panose="02000000000000000000" pitchFamily="2" charset="0"/>
              </a:rPr>
              <a:t> usa las dos a la vez: capas dentro de cada módulo, monolito modular como forma de desplegar todos los módulos juntos.</a:t>
            </a:r>
            <a:endParaRPr lang="en-US" sz="2000" dirty="0"/>
          </a:p>
        </p:txBody>
      </p:sp>
      <p:pic>
        <p:nvPicPr>
          <p:cNvPr id="3074" name="Picture 2" descr="Error - Iconos gratis de seo y web">
            <a:extLst>
              <a:ext uri="{FF2B5EF4-FFF2-40B4-BE49-F238E27FC236}">
                <a16:creationId xmlns:a16="http://schemas.microsoft.com/office/drawing/2014/main" id="{DAE42D4C-3EA0-85FC-94E4-DCB1BA5CB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372" y="3878663"/>
            <a:ext cx="2108060" cy="1868221"/>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91;p30">
            <a:extLst>
              <a:ext uri="{FF2B5EF4-FFF2-40B4-BE49-F238E27FC236}">
                <a16:creationId xmlns:a16="http://schemas.microsoft.com/office/drawing/2014/main" id="{046E9CDA-43B9-E70E-EB35-F63EA1AFB7A9}"/>
              </a:ext>
            </a:extLst>
          </p:cNvPr>
          <p:cNvSpPr/>
          <p:nvPr/>
        </p:nvSpPr>
        <p:spPr>
          <a:xfrm>
            <a:off x="1284379" y="190865"/>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a:solidFill>
                  <a:srgbClr val="003567"/>
                </a:solidFill>
                <a:latin typeface="Montserrat"/>
              </a:rPr>
              <a:t>Error </a:t>
            </a:r>
            <a:r>
              <a:rPr lang="en-US" sz="3600" b="1" dirty="0" err="1">
                <a:solidFill>
                  <a:srgbClr val="003567"/>
                </a:solidFill>
                <a:latin typeface="Montserrat"/>
              </a:rPr>
              <a:t>frecuente</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Tree>
    <p:extLst>
      <p:ext uri="{BB962C8B-B14F-4D97-AF65-F5344CB8AC3E}">
        <p14:creationId xmlns:p14="http://schemas.microsoft.com/office/powerpoint/2010/main" val="2978536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Arquitectura hexagonal (puertos y adaptadores)</a:t>
            </a: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152399" y="1268225"/>
            <a:ext cx="5105401" cy="4708981"/>
          </a:xfrm>
          <a:prstGeom prst="rect">
            <a:avLst/>
          </a:prstGeom>
          <a:noFill/>
        </p:spPr>
        <p:txBody>
          <a:bodyPr wrap="square">
            <a:spAutoFit/>
          </a:bodyPr>
          <a:lstStyle/>
          <a:p>
            <a:pPr algn="just"/>
            <a:r>
              <a:rPr lang="es-ES" sz="2000" b="0" i="0" dirty="0">
                <a:effectLst/>
                <a:latin typeface="Roboto" panose="02000000000000000000" pitchFamily="2" charset="0"/>
              </a:rPr>
              <a:t>La arquitectura hexagonal pone el dominio (las reglas de negocio) en el centro, sin que conozca nada de la tecnología que lo rodea. La comunicación con el exterior pasa por </a:t>
            </a:r>
            <a:r>
              <a:rPr lang="es-ES" sz="2000" b="1" i="0" dirty="0">
                <a:effectLst/>
                <a:latin typeface="Roboto" panose="02000000000000000000" pitchFamily="2" charset="0"/>
              </a:rPr>
              <a:t>puertos</a:t>
            </a:r>
            <a:r>
              <a:rPr lang="es-ES" sz="2000" b="0" i="0" dirty="0">
                <a:effectLst/>
                <a:latin typeface="Roboto" panose="02000000000000000000" pitchFamily="2" charset="0"/>
              </a:rPr>
              <a:t> — </a:t>
            </a:r>
            <a:r>
              <a:rPr lang="es-ES" sz="2000" b="1" i="0" dirty="0">
                <a:effectLst/>
                <a:latin typeface="Roboto" panose="02000000000000000000" pitchFamily="2" charset="0"/>
              </a:rPr>
              <a:t>primarios</a:t>
            </a:r>
            <a:r>
              <a:rPr lang="es-ES" sz="2000" b="0" i="0" dirty="0">
                <a:effectLst/>
                <a:latin typeface="Roboto" panose="02000000000000000000" pitchFamily="2" charset="0"/>
              </a:rPr>
              <a:t> (interfaces que el exterior invoca, normalmente interfaces de casos de uso) y </a:t>
            </a:r>
            <a:r>
              <a:rPr lang="es-ES" sz="2000" b="1" i="0" dirty="0">
                <a:effectLst/>
                <a:latin typeface="Roboto" panose="02000000000000000000" pitchFamily="2" charset="0"/>
              </a:rPr>
              <a:t>secundarios</a:t>
            </a:r>
            <a:r>
              <a:rPr lang="es-ES" sz="2000" b="0" i="0" dirty="0">
                <a:effectLst/>
                <a:latin typeface="Roboto" panose="02000000000000000000" pitchFamily="2" charset="0"/>
              </a:rPr>
              <a:t> (interfaces que el dominio define para lo que necesita: un repositorio, un servicio externo) implementados por </a:t>
            </a:r>
            <a:r>
              <a:rPr lang="es-ES" sz="2000" b="1" i="0" dirty="0">
                <a:effectLst/>
                <a:latin typeface="Roboto" panose="02000000000000000000" pitchFamily="2" charset="0"/>
              </a:rPr>
              <a:t>adaptadores</a:t>
            </a:r>
            <a:r>
              <a:rPr lang="es-ES" sz="2000" b="0" i="0" dirty="0">
                <a:effectLst/>
                <a:latin typeface="Roboto" panose="02000000000000000000" pitchFamily="2" charset="0"/>
              </a:rPr>
              <a:t> — </a:t>
            </a:r>
            <a:r>
              <a:rPr lang="es-ES" sz="2000" b="1" i="0" dirty="0">
                <a:effectLst/>
                <a:latin typeface="Roboto" panose="02000000000000000000" pitchFamily="2" charset="0"/>
              </a:rPr>
              <a:t>primarios</a:t>
            </a:r>
            <a:r>
              <a:rPr lang="es-ES" sz="2000" b="0" i="0" dirty="0">
                <a:effectLst/>
                <a:latin typeface="Roboto" panose="02000000000000000000" pitchFamily="2" charset="0"/>
              </a:rPr>
              <a:t> (llaman al dominio: REST, CLI, un </a:t>
            </a:r>
            <a:r>
              <a:rPr lang="es-ES" sz="2000" b="0" i="0" dirty="0" err="1">
                <a:effectLst/>
                <a:latin typeface="Roboto" panose="02000000000000000000" pitchFamily="2" charset="0"/>
              </a:rPr>
              <a:t>listener</a:t>
            </a:r>
            <a:r>
              <a:rPr lang="es-ES" sz="2000" b="0" i="0" dirty="0">
                <a:effectLst/>
                <a:latin typeface="Roboto" panose="02000000000000000000" pitchFamily="2" charset="0"/>
              </a:rPr>
              <a:t> de eventos) y </a:t>
            </a:r>
            <a:r>
              <a:rPr lang="es-ES" sz="2000" b="1" i="0" dirty="0">
                <a:effectLst/>
                <a:latin typeface="Roboto" panose="02000000000000000000" pitchFamily="2" charset="0"/>
              </a:rPr>
              <a:t>secundarios</a:t>
            </a:r>
            <a:r>
              <a:rPr lang="es-ES" sz="2000" b="0" i="0" dirty="0">
                <a:effectLst/>
                <a:latin typeface="Roboto" panose="02000000000000000000" pitchFamily="2" charset="0"/>
              </a:rPr>
              <a:t> (implementan lo que el dominio pidió: base de datos, una API externa, correo).</a:t>
            </a:r>
            <a:endParaRPr lang="en-US" sz="2000" dirty="0"/>
          </a:p>
        </p:txBody>
      </p:sp>
      <p:pic>
        <p:nvPicPr>
          <p:cNvPr id="4" name="Imagen 3">
            <a:extLst>
              <a:ext uri="{FF2B5EF4-FFF2-40B4-BE49-F238E27FC236}">
                <a16:creationId xmlns:a16="http://schemas.microsoft.com/office/drawing/2014/main" id="{68C16C7A-1AEB-ED0D-F426-18B5E14D7185}"/>
              </a:ext>
            </a:extLst>
          </p:cNvPr>
          <p:cNvPicPr>
            <a:picLocks noChangeAspect="1"/>
          </p:cNvPicPr>
          <p:nvPr/>
        </p:nvPicPr>
        <p:blipFill>
          <a:blip r:embed="rId3"/>
          <a:stretch>
            <a:fillRect/>
          </a:stretch>
        </p:blipFill>
        <p:spPr>
          <a:xfrm>
            <a:off x="5467350" y="1268225"/>
            <a:ext cx="6048375" cy="5541543"/>
          </a:xfrm>
          <a:prstGeom prst="rect">
            <a:avLst/>
          </a:prstGeom>
        </p:spPr>
      </p:pic>
    </p:spTree>
    <p:extLst>
      <p:ext uri="{BB962C8B-B14F-4D97-AF65-F5344CB8AC3E}">
        <p14:creationId xmlns:p14="http://schemas.microsoft.com/office/powerpoint/2010/main" val="2003363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61879" y="122194"/>
            <a:ext cx="1251734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Arquitectura hexagonal (puertos y adaptadores)</a:t>
            </a: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257175" y="775823"/>
            <a:ext cx="4953000" cy="5632311"/>
          </a:xfrm>
          <a:prstGeom prst="rect">
            <a:avLst/>
          </a:prstGeom>
          <a:noFill/>
        </p:spPr>
        <p:txBody>
          <a:bodyPr wrap="square">
            <a:spAutoFit/>
          </a:bodyPr>
          <a:lstStyle/>
          <a:p>
            <a:pPr algn="ctr"/>
            <a:r>
              <a:rPr lang="es-ES" sz="2000" b="0" i="0" dirty="0">
                <a:effectLst/>
                <a:latin typeface="Roboto" panose="02000000000000000000" pitchFamily="2" charset="0"/>
              </a:rPr>
              <a:t>La flecha siempre entra al dominio por un puerto primario (invocando un use case) y sale por un puerto secundario (cuando ese use case necesita algo externo) — nunca un adaptador llama directo a un use case saltándose el puerto, y el dominio nunca importa una clase de ningún adaptador, ni primario ni secundario. Eso es lo que permite probar los use cases con pruebas unitarias puras, sin levantar servidor HTTP ni base de datos (con un </a:t>
            </a:r>
            <a:r>
              <a:rPr lang="es-ES" sz="2000" b="0" i="0" dirty="0" err="1">
                <a:effectLst/>
                <a:latin typeface="Roboto" panose="02000000000000000000" pitchFamily="2" charset="0"/>
              </a:rPr>
              <a:t>FakeOrderRepository</a:t>
            </a:r>
            <a:r>
              <a:rPr lang="es-ES" sz="2000" b="0" i="0" dirty="0">
                <a:effectLst/>
                <a:latin typeface="Roboto" panose="02000000000000000000" pitchFamily="2" charset="0"/>
              </a:rPr>
              <a:t> en vez del adaptador real, por ejemplo), y lo que permite cambiar de tecnología (de PostgreSQL a otro motor, o exponer el mismo use case por REST y por Kafka a la vez) sin tocar el dominio — solo se escribe un adaptador nuevo.</a:t>
            </a:r>
            <a:endParaRPr lang="en-US" sz="2000" dirty="0"/>
          </a:p>
        </p:txBody>
      </p:sp>
      <p:pic>
        <p:nvPicPr>
          <p:cNvPr id="4" name="Imagen 3">
            <a:extLst>
              <a:ext uri="{FF2B5EF4-FFF2-40B4-BE49-F238E27FC236}">
                <a16:creationId xmlns:a16="http://schemas.microsoft.com/office/drawing/2014/main" id="{68C16C7A-1AEB-ED0D-F426-18B5E14D7185}"/>
              </a:ext>
            </a:extLst>
          </p:cNvPr>
          <p:cNvPicPr>
            <a:picLocks noChangeAspect="1"/>
          </p:cNvPicPr>
          <p:nvPr/>
        </p:nvPicPr>
        <p:blipFill>
          <a:blip r:embed="rId3"/>
          <a:stretch>
            <a:fillRect/>
          </a:stretch>
        </p:blipFill>
        <p:spPr>
          <a:xfrm>
            <a:off x="5314950" y="880794"/>
            <a:ext cx="6505575" cy="5593377"/>
          </a:xfrm>
          <a:prstGeom prst="rect">
            <a:avLst/>
          </a:prstGeom>
        </p:spPr>
      </p:pic>
    </p:spTree>
    <p:extLst>
      <p:ext uri="{BB962C8B-B14F-4D97-AF65-F5344CB8AC3E}">
        <p14:creationId xmlns:p14="http://schemas.microsoft.com/office/powerpoint/2010/main" val="1439460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61879" y="122194"/>
            <a:ext cx="12517346" cy="646200"/>
          </a:xfrm>
          <a:prstGeom prst="rect">
            <a:avLst/>
          </a:prstGeom>
          <a:noFill/>
          <a:ln>
            <a:noFill/>
          </a:ln>
        </p:spPr>
        <p:txBody>
          <a:bodyPr spcFirstLastPara="1" wrap="square" lIns="91425" tIns="45700" rIns="91425" bIns="45700" anchor="t" anchorCtr="0">
            <a:noAutofit/>
          </a:bodyPr>
          <a:lstStyle/>
          <a:p>
            <a:pPr algn="ctr"/>
            <a:r>
              <a:rPr lang="es-ES" sz="3600" b="1" dirty="0" err="1">
                <a:solidFill>
                  <a:srgbClr val="003567"/>
                </a:solidFill>
                <a:latin typeface="Montserrat"/>
              </a:rPr>
              <a:t>Trade-offs</a:t>
            </a:r>
            <a:r>
              <a:rPr lang="es-ES" sz="3600" b="1" dirty="0">
                <a:solidFill>
                  <a:srgbClr val="003567"/>
                </a:solidFill>
                <a:latin typeface="Montserrat"/>
              </a:rPr>
              <a:t>(</a:t>
            </a:r>
            <a:r>
              <a:rPr lang="en-US" sz="3600" b="1" dirty="0" err="1">
                <a:solidFill>
                  <a:srgbClr val="003567"/>
                </a:solidFill>
                <a:latin typeface="Montserrat"/>
              </a:rPr>
              <a:t>ventajas</a:t>
            </a:r>
            <a:r>
              <a:rPr lang="en-US" sz="3600" b="1" dirty="0">
                <a:solidFill>
                  <a:srgbClr val="003567"/>
                </a:solidFill>
                <a:latin typeface="Montserrat"/>
              </a:rPr>
              <a:t> y </a:t>
            </a:r>
            <a:r>
              <a:rPr lang="en-US" sz="3600" b="1" dirty="0" err="1">
                <a:solidFill>
                  <a:srgbClr val="003567"/>
                </a:solidFill>
                <a:latin typeface="Montserrat"/>
              </a:rPr>
              <a:t>desventajas</a:t>
            </a:r>
            <a:r>
              <a:rPr lang="en-US" sz="3600" b="1" dirty="0">
                <a:solidFill>
                  <a:srgbClr val="003567"/>
                </a:solidFill>
                <a:latin typeface="Montserrat"/>
              </a:rPr>
              <a:t>) </a:t>
            </a: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895348" y="1309222"/>
            <a:ext cx="10267951" cy="3785652"/>
          </a:xfrm>
          <a:prstGeom prst="rect">
            <a:avLst/>
          </a:prstGeom>
          <a:noFill/>
        </p:spPr>
        <p:txBody>
          <a:bodyPr wrap="square">
            <a:spAutoFit/>
          </a:bodyPr>
          <a:lstStyle/>
          <a:p>
            <a:pPr marL="342900" indent="-342900" algn="just">
              <a:buFont typeface="Wingdings" panose="05000000000000000000" pitchFamily="2" charset="2"/>
              <a:buChar char="q"/>
            </a:pPr>
            <a:r>
              <a:rPr lang="es-ES" sz="2400" b="0" i="0" dirty="0">
                <a:effectLst/>
                <a:latin typeface="Roboto" panose="02000000000000000000" pitchFamily="2" charset="0"/>
              </a:rPr>
              <a:t>Más clases y capas que una arquitectura simple — </a:t>
            </a:r>
            <a:r>
              <a:rPr lang="es-ES" sz="2400" b="0" i="0" dirty="0" err="1">
                <a:effectLst/>
                <a:latin typeface="Roboto" panose="02000000000000000000" pitchFamily="2" charset="0"/>
              </a:rPr>
              <a:t>overhead</a:t>
            </a:r>
            <a:r>
              <a:rPr lang="es-ES" sz="2400" b="0" i="0" dirty="0">
                <a:effectLst/>
                <a:latin typeface="Roboto" panose="02000000000000000000" pitchFamily="2" charset="0"/>
              </a:rPr>
              <a:t> real para sistemas con lógica trivial.</a:t>
            </a:r>
          </a:p>
          <a:p>
            <a:pPr marL="342900" indent="-342900" algn="just">
              <a:buFont typeface="Wingdings" panose="05000000000000000000" pitchFamily="2" charset="2"/>
              <a:buChar char="q"/>
            </a:pPr>
            <a:r>
              <a:rPr lang="es-ES" sz="2400" b="0" i="0" dirty="0">
                <a:effectLst/>
                <a:latin typeface="Roboto" panose="02000000000000000000" pitchFamily="2" charset="0"/>
              </a:rPr>
              <a:t>El límite del dominio es una disciplina activa, no algo que el compilador garantice solo: es fácil romperlo por un atajo bajo presión de fecha de entrega.</a:t>
            </a:r>
          </a:p>
          <a:p>
            <a:pPr marL="342900" indent="-342900" algn="just">
              <a:buFont typeface="Wingdings" panose="05000000000000000000" pitchFamily="2" charset="2"/>
              <a:buChar char="q"/>
            </a:pPr>
            <a:r>
              <a:rPr lang="es-ES" sz="2400" b="0" i="0" dirty="0" err="1">
                <a:effectLst/>
                <a:latin typeface="Roboto" panose="02000000000000000000" pitchFamily="2" charset="0"/>
              </a:rPr>
              <a:t>Over-engineering</a:t>
            </a:r>
            <a:r>
              <a:rPr lang="es-ES" sz="2400" b="0" i="0" dirty="0">
                <a:effectLst/>
                <a:latin typeface="Roboto" panose="02000000000000000000" pitchFamily="2" charset="0"/>
              </a:rPr>
              <a:t> para </a:t>
            </a:r>
            <a:r>
              <a:rPr lang="es-ES" sz="2400" b="0" i="0" dirty="0" err="1">
                <a:effectLst/>
                <a:latin typeface="Roboto" panose="02000000000000000000" pitchFamily="2" charset="0"/>
              </a:rPr>
              <a:t>CRUDs</a:t>
            </a:r>
            <a:r>
              <a:rPr lang="es-ES" sz="2400" b="0" i="0" dirty="0">
                <a:effectLst/>
                <a:latin typeface="Roboto" panose="02000000000000000000" pitchFamily="2" charset="0"/>
              </a:rPr>
              <a:t> simples sin lógica de dominio real — no todo módulo necesita esta estructura (ver 3.4 sobre catalogo/producto).</a:t>
            </a:r>
          </a:p>
          <a:p>
            <a:pPr marL="342900" indent="-342900" algn="just">
              <a:buFont typeface="Wingdings" panose="05000000000000000000" pitchFamily="2" charset="2"/>
              <a:buChar char="q"/>
            </a:pPr>
            <a:r>
              <a:rPr lang="es-ES" sz="2400" b="0" i="0" dirty="0">
                <a:effectLst/>
                <a:latin typeface="Roboto" panose="02000000000000000000" pitchFamily="2" charset="0"/>
              </a:rPr>
              <a:t>Curva de aprendizaje para equipos acostumbrados a arquitectura en capas tradicional (2.3).</a:t>
            </a:r>
            <a:endParaRPr lang="en-US" sz="2400" dirty="0"/>
          </a:p>
        </p:txBody>
      </p:sp>
    </p:spTree>
    <p:extLst>
      <p:ext uri="{BB962C8B-B14F-4D97-AF65-F5344CB8AC3E}">
        <p14:creationId xmlns:p14="http://schemas.microsoft.com/office/powerpoint/2010/main" val="94455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6" name="CuadroTexto 5">
            <a:extLst>
              <a:ext uri="{FF2B5EF4-FFF2-40B4-BE49-F238E27FC236}">
                <a16:creationId xmlns:a16="http://schemas.microsoft.com/office/drawing/2014/main" id="{FCD5394F-C115-DA49-56EF-98789858F791}"/>
              </a:ext>
            </a:extLst>
          </p:cNvPr>
          <p:cNvSpPr txBox="1"/>
          <p:nvPr/>
        </p:nvSpPr>
        <p:spPr>
          <a:xfrm>
            <a:off x="269950" y="837065"/>
            <a:ext cx="11386104" cy="4401205"/>
          </a:xfrm>
          <a:prstGeom prst="rect">
            <a:avLst/>
          </a:prstGeom>
          <a:noFill/>
        </p:spPr>
        <p:txBody>
          <a:bodyPr wrap="square">
            <a:spAutoFit/>
          </a:bodyPr>
          <a:lstStyle/>
          <a:p>
            <a:pPr marL="342900" indent="-342900" algn="just">
              <a:buFont typeface="Wingdings" panose="05000000000000000000" pitchFamily="2" charset="2"/>
              <a:buChar char="q"/>
            </a:pPr>
            <a:r>
              <a:rPr lang="es-ES" sz="2000" dirty="0"/>
              <a:t>Implementar la estructura de carpetas, pero que el use case llame a JPA/</a:t>
            </a:r>
            <a:r>
              <a:rPr lang="es-ES" sz="2000" dirty="0" err="1"/>
              <a:t>EntityManager</a:t>
            </a:r>
            <a:r>
              <a:rPr lang="es-ES" sz="2000" dirty="0"/>
              <a:t> directamente — rompe el aislamiento aunque el nombre del paquete diga "dominio".</a:t>
            </a:r>
          </a:p>
          <a:p>
            <a:pPr marL="342900" indent="-342900" algn="just">
              <a:buFont typeface="Wingdings" panose="05000000000000000000" pitchFamily="2" charset="2"/>
              <a:buChar char="q"/>
            </a:pPr>
            <a:r>
              <a:rPr lang="es-ES" sz="2000" dirty="0"/>
              <a:t>Adaptadores con lógica de negocio que debería vivir en el dominio (validaciones, cálculos) — el adaptador debe limitarse a traducir, no a decidir.</a:t>
            </a:r>
          </a:p>
          <a:p>
            <a:pPr marL="342900" indent="-342900" algn="just">
              <a:buFont typeface="Wingdings" panose="05000000000000000000" pitchFamily="2" charset="2"/>
              <a:buChar char="q"/>
            </a:pPr>
            <a:r>
              <a:rPr lang="es-ES" sz="2000" dirty="0"/>
              <a:t>Puertos demasiado genéricos, como una interfaz </a:t>
            </a:r>
            <a:r>
              <a:rPr lang="es-ES" sz="2000" dirty="0" err="1"/>
              <a:t>Repository</a:t>
            </a:r>
            <a:r>
              <a:rPr lang="es-ES" sz="2000" dirty="0"/>
              <a:t>&lt;T&gt; que no expresa ninguna intención concreta del dominio.</a:t>
            </a:r>
          </a:p>
          <a:p>
            <a:pPr marL="342900" indent="-342900" algn="just">
              <a:buFont typeface="Wingdings" panose="05000000000000000000" pitchFamily="2" charset="2"/>
              <a:buChar char="q"/>
            </a:pPr>
            <a:r>
              <a:rPr lang="es-ES" sz="2000" dirty="0"/>
              <a:t>Aplicar hexagonal a toda la aplicación, incluidos los módulos que son CRUD puro sin reglas de negocio que proteger.</a:t>
            </a:r>
          </a:p>
          <a:p>
            <a:pPr marL="342900" indent="-342900" algn="just">
              <a:buFont typeface="Wingdings" panose="05000000000000000000" pitchFamily="2" charset="2"/>
              <a:buChar char="q"/>
            </a:pPr>
            <a:r>
              <a:rPr lang="es-ES" sz="2000" dirty="0"/>
              <a:t>Poner @Entity en la clase del dominio y llamarlo hexagonal — una sola clase para negocio y persistencia sigue atada a JPA, aunque viva en un paquete llamado dominio; la separación real exige dos clases (una de dominio, una de persistencia) y un </a:t>
            </a:r>
            <a:r>
              <a:rPr lang="es-ES" sz="2000" dirty="0" err="1"/>
              <a:t>mapper</a:t>
            </a:r>
            <a:r>
              <a:rPr lang="es-ES" sz="2000" dirty="0"/>
              <a:t> entre ellas.</a:t>
            </a:r>
          </a:p>
          <a:p>
            <a:pPr marL="342900" indent="-342900" algn="just">
              <a:buFont typeface="Wingdings" panose="05000000000000000000" pitchFamily="2" charset="2"/>
              <a:buChar char="q"/>
            </a:pPr>
            <a:r>
              <a:rPr lang="es-ES" sz="2000" dirty="0"/>
              <a:t>Llamar "caso de uso" a un método que solo hace </a:t>
            </a:r>
            <a:r>
              <a:rPr lang="es-ES" sz="2000" dirty="0" err="1"/>
              <a:t>repository.save</a:t>
            </a:r>
            <a:r>
              <a:rPr lang="es-ES" sz="2000" dirty="0"/>
              <a:t>(entidad) — sin ninguna regla de negocio real de por medio, es un CRUD disfrazado de vocabulario hexagonal, no una indirección que proteja algo.</a:t>
            </a:r>
          </a:p>
        </p:txBody>
      </p:sp>
      <p:pic>
        <p:nvPicPr>
          <p:cNvPr id="3074" name="Picture 2" descr="Error - Iconos gratis de seo y web">
            <a:extLst>
              <a:ext uri="{FF2B5EF4-FFF2-40B4-BE49-F238E27FC236}">
                <a16:creationId xmlns:a16="http://schemas.microsoft.com/office/drawing/2014/main" id="{DAE42D4C-3EA0-85FC-94E4-DCB1BA5CB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847" y="5015301"/>
            <a:ext cx="1863894" cy="1651834"/>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91;p30">
            <a:extLst>
              <a:ext uri="{FF2B5EF4-FFF2-40B4-BE49-F238E27FC236}">
                <a16:creationId xmlns:a16="http://schemas.microsoft.com/office/drawing/2014/main" id="{046E9CDA-43B9-E70E-EB35-F63EA1AFB7A9}"/>
              </a:ext>
            </a:extLst>
          </p:cNvPr>
          <p:cNvSpPr/>
          <p:nvPr/>
        </p:nvSpPr>
        <p:spPr>
          <a:xfrm>
            <a:off x="1284379" y="190865"/>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a:solidFill>
                  <a:srgbClr val="003567"/>
                </a:solidFill>
                <a:latin typeface="Montserrat"/>
              </a:rPr>
              <a:t>Error </a:t>
            </a:r>
            <a:r>
              <a:rPr lang="en-US" sz="3600" b="1" dirty="0" err="1">
                <a:solidFill>
                  <a:srgbClr val="003567"/>
                </a:solidFill>
                <a:latin typeface="Montserrat"/>
              </a:rPr>
              <a:t>frecuente</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Tree>
    <p:extLst>
      <p:ext uri="{BB962C8B-B14F-4D97-AF65-F5344CB8AC3E}">
        <p14:creationId xmlns:p14="http://schemas.microsoft.com/office/powerpoint/2010/main" val="108125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Dónde se usa en la práctica</a:t>
            </a: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289000" y="880794"/>
            <a:ext cx="5225975" cy="5324535"/>
          </a:xfrm>
          <a:prstGeom prst="rect">
            <a:avLst/>
          </a:prstGeom>
          <a:noFill/>
        </p:spPr>
        <p:txBody>
          <a:bodyPr wrap="square">
            <a:spAutoFit/>
          </a:bodyPr>
          <a:lstStyle/>
          <a:p>
            <a:pPr algn="just"/>
            <a:r>
              <a:rPr lang="es-ES" sz="2000" dirty="0"/>
              <a:t>Dominios con reglas de negocio genuinamente complejas que deben sobrevivir a cambios de tecnología — cualquier núcleo de negocio que un equipo espera mantener por años, mientras la infraestructura de alrededor (proveedor de pagos, base de datos, mensajería) cambia varias veces sin que el dominio se entere. </a:t>
            </a:r>
            <a:r>
              <a:rPr lang="es-ES" sz="2000" dirty="0" err="1"/>
              <a:t>Thoughtworks</a:t>
            </a:r>
            <a:r>
              <a:rPr lang="es-ES" sz="2000" dirty="0"/>
              <a:t> (consultora de arquitectura, ver Bibliografía) documenta este mismo criterio con un caso didáctico: separar la lógica de negocio de un pedido (reglas, cálculos) de sus adaptadores externos (pagos, notificaciones, persistencia), justamente para poder cambiar cualquiera de esos proveedores sin tocar la regla de negocio.</a:t>
            </a:r>
            <a:endParaRPr lang="en-US" sz="2000" dirty="0"/>
          </a:p>
        </p:txBody>
      </p:sp>
      <p:pic>
        <p:nvPicPr>
          <p:cNvPr id="3" name="Imagen 2">
            <a:extLst>
              <a:ext uri="{FF2B5EF4-FFF2-40B4-BE49-F238E27FC236}">
                <a16:creationId xmlns:a16="http://schemas.microsoft.com/office/drawing/2014/main" id="{523EF215-CAB2-7E8A-7604-DAA917434454}"/>
              </a:ext>
            </a:extLst>
          </p:cNvPr>
          <p:cNvPicPr>
            <a:picLocks noChangeAspect="1"/>
          </p:cNvPicPr>
          <p:nvPr/>
        </p:nvPicPr>
        <p:blipFill>
          <a:blip r:embed="rId3"/>
          <a:stretch>
            <a:fillRect/>
          </a:stretch>
        </p:blipFill>
        <p:spPr>
          <a:xfrm>
            <a:off x="5810250" y="638782"/>
            <a:ext cx="6277327" cy="6170986"/>
          </a:xfrm>
          <a:prstGeom prst="rect">
            <a:avLst/>
          </a:prstGeom>
        </p:spPr>
      </p:pic>
    </p:spTree>
    <p:extLst>
      <p:ext uri="{BB962C8B-B14F-4D97-AF65-F5344CB8AC3E}">
        <p14:creationId xmlns:p14="http://schemas.microsoft.com/office/powerpoint/2010/main" val="4158885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a:solidFill>
                  <a:srgbClr val="003567"/>
                </a:solidFill>
                <a:latin typeface="Montserrat"/>
              </a:rPr>
              <a:t>Clean Architecture</a:t>
            </a: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152399" y="714882"/>
            <a:ext cx="5438776" cy="5355312"/>
          </a:xfrm>
          <a:prstGeom prst="rect">
            <a:avLst/>
          </a:prstGeom>
          <a:noFill/>
        </p:spPr>
        <p:txBody>
          <a:bodyPr wrap="square">
            <a:spAutoFit/>
          </a:bodyPr>
          <a:lstStyle/>
          <a:p>
            <a:pPr algn="just"/>
            <a:r>
              <a:rPr lang="es-ES" sz="1800" b="0" i="0" dirty="0">
                <a:effectLst/>
                <a:latin typeface="Roboto" panose="02000000000000000000" pitchFamily="2" charset="0"/>
              </a:rPr>
              <a:t>Martin (2017, ver Bibliografía) abre el libro que le da nombre a este estilo con una pregunta simple: ¿qué hace que un diseño sea bueno? Su respuesta es una lista de objetivos, no de reglas — minimizar el costo de mantener el software durante toda su vida, facilitar su desarrollo y su mantenimiento, y mantenerlo "suave" (fácil de cambiar) alejando la lógica de negocio de los detalles técnicos que van a cambiar con el tiempo: el </a:t>
            </a:r>
            <a:r>
              <a:rPr lang="es-ES" sz="1800" b="0" i="0" dirty="0" err="1">
                <a:effectLst/>
                <a:latin typeface="Roboto" panose="02000000000000000000" pitchFamily="2" charset="0"/>
              </a:rPr>
              <a:t>framework</a:t>
            </a:r>
            <a:r>
              <a:rPr lang="es-ES" sz="1800" b="0" i="0" dirty="0">
                <a:effectLst/>
                <a:latin typeface="Roboto" panose="02000000000000000000" pitchFamily="2" charset="0"/>
              </a:rPr>
              <a:t>, la base de datos, el protocolo de red. </a:t>
            </a:r>
            <a:r>
              <a:rPr lang="es-ES" sz="1800" b="0" i="0" dirty="0" err="1">
                <a:effectLst/>
                <a:latin typeface="Roboto" panose="02000000000000000000" pitchFamily="2" charset="0"/>
              </a:rPr>
              <a:t>Clean</a:t>
            </a:r>
            <a:r>
              <a:rPr lang="es-ES" sz="1800" b="0" i="0" dirty="0">
                <a:effectLst/>
                <a:latin typeface="Roboto" panose="02000000000000000000" pitchFamily="2" charset="0"/>
              </a:rPr>
              <a:t> </a:t>
            </a:r>
            <a:r>
              <a:rPr lang="es-ES" sz="1800" b="0" i="0" dirty="0" err="1">
                <a:effectLst/>
                <a:latin typeface="Roboto" panose="02000000000000000000" pitchFamily="2" charset="0"/>
              </a:rPr>
              <a:t>Architecture</a:t>
            </a:r>
            <a:r>
              <a:rPr lang="es-ES" sz="1800" b="0" i="0" dirty="0">
                <a:effectLst/>
                <a:latin typeface="Roboto" panose="02000000000000000000" pitchFamily="2" charset="0"/>
              </a:rPr>
              <a:t> es la respuesta concreta a ese último objetivo — generaliza la idea de hexagonal en </a:t>
            </a:r>
            <a:r>
              <a:rPr lang="es-ES" sz="1800" b="1" i="0" dirty="0">
                <a:effectLst/>
                <a:latin typeface="Roboto" panose="02000000000000000000" pitchFamily="2" charset="0"/>
              </a:rPr>
              <a:t>círculos concéntricos</a:t>
            </a:r>
            <a:r>
              <a:rPr lang="es-ES" sz="1800" b="0" i="0" dirty="0">
                <a:effectLst/>
                <a:latin typeface="Roboto" panose="02000000000000000000" pitchFamily="2" charset="0"/>
              </a:rPr>
              <a:t>: entidades del dominio en el centro, casos de uso alrededor, adaptadores de interfaz más afuera, y </a:t>
            </a:r>
            <a:r>
              <a:rPr lang="es-ES" sz="1800" b="0" i="0" dirty="0" err="1">
                <a:effectLst/>
                <a:latin typeface="Roboto" panose="02000000000000000000" pitchFamily="2" charset="0"/>
              </a:rPr>
              <a:t>frameworks</a:t>
            </a:r>
            <a:r>
              <a:rPr lang="es-ES" sz="1800" b="0" i="0" dirty="0">
                <a:effectLst/>
                <a:latin typeface="Roboto" panose="02000000000000000000" pitchFamily="2" charset="0"/>
              </a:rPr>
              <a:t>/herramientas en el borde exterior. La regla que lo sostiene todo es la </a:t>
            </a:r>
            <a:r>
              <a:rPr lang="es-ES" sz="1800" b="1" i="0" dirty="0">
                <a:effectLst/>
                <a:latin typeface="Roboto" panose="02000000000000000000" pitchFamily="2" charset="0"/>
              </a:rPr>
              <a:t>regla de dependencia</a:t>
            </a:r>
            <a:r>
              <a:rPr lang="es-ES" sz="1800" b="0" i="0" dirty="0">
                <a:effectLst/>
                <a:latin typeface="Roboto" panose="02000000000000000000" pitchFamily="2" charset="0"/>
              </a:rPr>
              <a:t>: el código de un círculo solo puede depender de círculos más internos, nunca de uno más externo.</a:t>
            </a:r>
            <a:endParaRPr lang="en-US" sz="1800" dirty="0"/>
          </a:p>
        </p:txBody>
      </p:sp>
      <p:pic>
        <p:nvPicPr>
          <p:cNvPr id="5" name="Imagen 4">
            <a:extLst>
              <a:ext uri="{FF2B5EF4-FFF2-40B4-BE49-F238E27FC236}">
                <a16:creationId xmlns:a16="http://schemas.microsoft.com/office/drawing/2014/main" id="{B6DDADF1-2320-761B-BEBB-5F7AF40B0FB7}"/>
              </a:ext>
            </a:extLst>
          </p:cNvPr>
          <p:cNvPicPr>
            <a:picLocks noChangeAspect="1"/>
          </p:cNvPicPr>
          <p:nvPr/>
        </p:nvPicPr>
        <p:blipFill>
          <a:blip r:embed="rId3"/>
          <a:stretch>
            <a:fillRect/>
          </a:stretch>
        </p:blipFill>
        <p:spPr>
          <a:xfrm>
            <a:off x="6816544" y="544009"/>
            <a:ext cx="3914775" cy="4352513"/>
          </a:xfrm>
          <a:prstGeom prst="rect">
            <a:avLst/>
          </a:prstGeom>
        </p:spPr>
      </p:pic>
      <p:sp>
        <p:nvSpPr>
          <p:cNvPr id="11" name="CuadroTexto 10">
            <a:extLst>
              <a:ext uri="{FF2B5EF4-FFF2-40B4-BE49-F238E27FC236}">
                <a16:creationId xmlns:a16="http://schemas.microsoft.com/office/drawing/2014/main" id="{177DC1A9-58C5-BEB5-2979-71485DF3EB96}"/>
              </a:ext>
            </a:extLst>
          </p:cNvPr>
          <p:cNvSpPr txBox="1"/>
          <p:nvPr/>
        </p:nvSpPr>
        <p:spPr>
          <a:xfrm>
            <a:off x="5505450" y="4746099"/>
            <a:ext cx="6661943" cy="1600438"/>
          </a:xfrm>
          <a:prstGeom prst="rect">
            <a:avLst/>
          </a:prstGeom>
          <a:noFill/>
        </p:spPr>
        <p:txBody>
          <a:bodyPr wrap="square">
            <a:spAutoFit/>
          </a:bodyPr>
          <a:lstStyle/>
          <a:p>
            <a:r>
              <a:rPr lang="es-ES" b="0" i="0" dirty="0">
                <a:effectLst/>
                <a:latin typeface="Roboto" panose="02000000000000000000" pitchFamily="2" charset="0"/>
              </a:rPr>
              <a:t>La flecha de dependencia siempre apunta hacia adentro: </a:t>
            </a:r>
            <a:r>
              <a:rPr lang="es-ES" b="0" i="0" dirty="0" err="1">
                <a:effectLst/>
                <a:latin typeface="Roboto" panose="02000000000000000000" pitchFamily="2" charset="0"/>
              </a:rPr>
              <a:t>Frameworks</a:t>
            </a:r>
            <a:r>
              <a:rPr lang="es-ES" b="0" i="0" dirty="0">
                <a:effectLst/>
                <a:latin typeface="Roboto" panose="02000000000000000000" pitchFamily="2" charset="0"/>
              </a:rPr>
              <a:t> puede conocer Adaptadores, Adaptadores puede conocer Casos de uso, Casos de uso puede conocer Entidades — pero Entidades no conoce nada de los anillos que la rodean. Es la misma idea de hexagonal (2.4), expresada como niveles en vez de puertos/adaptadores; en la práctica, muchos equipos usan los dos términos de forma casi intercambiable. </a:t>
            </a:r>
            <a:r>
              <a:rPr lang="es-ES" b="0" i="0" dirty="0" err="1">
                <a:effectLst/>
                <a:latin typeface="Roboto" panose="02000000000000000000" pitchFamily="2" charset="0"/>
              </a:rPr>
              <a:t>SACAViX</a:t>
            </a:r>
            <a:r>
              <a:rPr lang="es-ES" b="0" i="0" dirty="0">
                <a:effectLst/>
                <a:latin typeface="Roboto" panose="02000000000000000000" pitchFamily="2" charset="0"/>
              </a:rPr>
              <a:t> </a:t>
            </a:r>
            <a:r>
              <a:rPr lang="es-ES" b="0" i="0" dirty="0" err="1">
                <a:effectLst/>
                <a:latin typeface="Roboto" panose="02000000000000000000" pitchFamily="2" charset="0"/>
              </a:rPr>
              <a:t>Tech</a:t>
            </a:r>
            <a:r>
              <a:rPr lang="es-ES" b="0" i="0" dirty="0">
                <a:effectLst/>
                <a:latin typeface="Roboto" panose="02000000000000000000" pitchFamily="2" charset="0"/>
              </a:rPr>
              <a:t> (</a:t>
            </a:r>
            <a:r>
              <a:rPr lang="es-ES" b="0" i="0" dirty="0" err="1">
                <a:effectLst/>
                <a:latin typeface="Roboto" panose="02000000000000000000" pitchFamily="2" charset="0"/>
              </a:rPr>
              <a:t>Yoandy</a:t>
            </a:r>
            <a:r>
              <a:rPr lang="es-ES" b="0" i="0" dirty="0">
                <a:effectLst/>
                <a:latin typeface="Roboto" panose="02000000000000000000" pitchFamily="2" charset="0"/>
              </a:rPr>
              <a:t>, ver Bibliografía) lo plantea de forma más directa: hexagonal puede verse como un caso concreto de aplicación</a:t>
            </a:r>
            <a:endParaRPr lang="en-US" dirty="0"/>
          </a:p>
        </p:txBody>
      </p:sp>
    </p:spTree>
    <p:extLst>
      <p:ext uri="{BB962C8B-B14F-4D97-AF65-F5344CB8AC3E}">
        <p14:creationId xmlns:p14="http://schemas.microsoft.com/office/powerpoint/2010/main" val="2762358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Dónde se usa en la práctica</a:t>
            </a: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289000" y="880794"/>
            <a:ext cx="6016550" cy="5324535"/>
          </a:xfrm>
          <a:prstGeom prst="rect">
            <a:avLst/>
          </a:prstGeom>
          <a:noFill/>
        </p:spPr>
        <p:txBody>
          <a:bodyPr wrap="square">
            <a:spAutoFit/>
          </a:bodyPr>
          <a:lstStyle/>
          <a:p>
            <a:pPr algn="just"/>
            <a:r>
              <a:rPr lang="es-ES" sz="2000" dirty="0"/>
              <a:t>Sistemas grandes y de vida larga, donde el equipo espera que la lógica de negocio sobreviva a más de un cambio de </a:t>
            </a:r>
            <a:r>
              <a:rPr lang="es-ES" sz="2000" dirty="0" err="1"/>
              <a:t>framework</a:t>
            </a:r>
            <a:r>
              <a:rPr lang="es-ES" sz="2000" dirty="0"/>
              <a:t>. El caso más verificable es la propia Guía de arquitectura de apps de Google para Android (developer.android.com, ver Bibliografía), inspirada explícitamente en </a:t>
            </a:r>
            <a:r>
              <a:rPr lang="es-ES" sz="2000" dirty="0" err="1"/>
              <a:t>Clean</a:t>
            </a:r>
            <a:r>
              <a:rPr lang="es-ES" sz="2000" dirty="0"/>
              <a:t> </a:t>
            </a:r>
            <a:r>
              <a:rPr lang="es-ES" sz="2000" dirty="0" err="1"/>
              <a:t>Architecture</a:t>
            </a:r>
            <a:r>
              <a:rPr lang="es-ES" sz="2000" dirty="0"/>
              <a:t> — con un matiz honesto: Google organiza sus capas Presentación → Dominio → Datos (dependencia en un solo sentido), mientras que la </a:t>
            </a:r>
            <a:r>
              <a:rPr lang="es-ES" sz="2000" dirty="0" err="1"/>
              <a:t>Clean</a:t>
            </a:r>
            <a:r>
              <a:rPr lang="es-ES" sz="2000" dirty="0"/>
              <a:t> </a:t>
            </a:r>
            <a:r>
              <a:rPr lang="es-ES" sz="2000" dirty="0" err="1"/>
              <a:t>Architecture</a:t>
            </a:r>
            <a:r>
              <a:rPr lang="es-ES" sz="2000" dirty="0"/>
              <a:t> original de Martin invierte también la capa de Datos (Presentación → Dominio ← Datos, la capa de Datos implementa interfaces que define el Dominio). Es una adaptación pragmática de la idea, no una copia literal de la regla de dependencia — y es exactamente el tipo de decisión que esta sesión pide justificar, no copiar sin cuestionar.</a:t>
            </a:r>
            <a:endParaRPr lang="en-US" sz="2000" dirty="0"/>
          </a:p>
        </p:txBody>
      </p:sp>
      <p:pic>
        <p:nvPicPr>
          <p:cNvPr id="5" name="Imagen 4">
            <a:extLst>
              <a:ext uri="{FF2B5EF4-FFF2-40B4-BE49-F238E27FC236}">
                <a16:creationId xmlns:a16="http://schemas.microsoft.com/office/drawing/2014/main" id="{247D38ED-2E14-64E9-5B2C-F9F1F978C1DE}"/>
              </a:ext>
            </a:extLst>
          </p:cNvPr>
          <p:cNvPicPr>
            <a:picLocks noChangeAspect="1"/>
          </p:cNvPicPr>
          <p:nvPr/>
        </p:nvPicPr>
        <p:blipFill>
          <a:blip r:embed="rId3"/>
          <a:stretch>
            <a:fillRect/>
          </a:stretch>
        </p:blipFill>
        <p:spPr>
          <a:xfrm>
            <a:off x="6305550" y="1491455"/>
            <a:ext cx="5425910" cy="3475021"/>
          </a:xfrm>
          <a:prstGeom prst="rect">
            <a:avLst/>
          </a:prstGeom>
        </p:spPr>
      </p:pic>
    </p:spTree>
    <p:extLst>
      <p:ext uri="{BB962C8B-B14F-4D97-AF65-F5344CB8AC3E}">
        <p14:creationId xmlns:p14="http://schemas.microsoft.com/office/powerpoint/2010/main" val="3358586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Monolito modular</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289000" y="880794"/>
            <a:ext cx="5740325" cy="5324535"/>
          </a:xfrm>
          <a:prstGeom prst="rect">
            <a:avLst/>
          </a:prstGeom>
          <a:noFill/>
        </p:spPr>
        <p:txBody>
          <a:bodyPr wrap="square">
            <a:spAutoFit/>
          </a:bodyPr>
          <a:lstStyle/>
          <a:p>
            <a:pPr algn="just"/>
            <a:r>
              <a:rPr lang="es-ES" sz="2000" dirty="0"/>
              <a:t>Un monolito modular es un solo proceso desplegable, pero organizado por dentro en módulos con límites explícitos — la diferencia con un monolito "a secas" (todo mezclado, sin límites) es justamente esa organización interna, verificada por herramientas, no solo por convención de carpetas. Todos los módulos comparten el mismo proceso y el mismo ciclo de despliegue — cuando se despliega una versión nueva, se despliega el ejecutable completo, no un módulo por separado. La flecha punteada entre ventas y catalogo es la regla clave: un módulo puede llamar al </a:t>
            </a:r>
            <a:r>
              <a:rPr lang="es-ES" sz="2000" dirty="0" err="1"/>
              <a:t>Service</a:t>
            </a:r>
            <a:r>
              <a:rPr lang="es-ES" sz="2000" dirty="0"/>
              <a:t> público de otro, nunca a su </a:t>
            </a:r>
            <a:r>
              <a:rPr lang="es-ES" sz="2000" dirty="0" err="1"/>
              <a:t>Repository</a:t>
            </a:r>
            <a:r>
              <a:rPr lang="es-ES" sz="2000" dirty="0"/>
              <a:t> — el mismo límite que impondría un microservicio, pero verificado en tiempo de compilación/prueba (Spring </a:t>
            </a:r>
            <a:r>
              <a:rPr lang="es-ES" sz="2000" dirty="0" err="1"/>
              <a:t>Modulith</a:t>
            </a:r>
            <a:r>
              <a:rPr lang="es-ES" sz="2000" dirty="0"/>
              <a:t>), no por una llamada de red.</a:t>
            </a:r>
            <a:endParaRPr lang="en-US" sz="2000" dirty="0"/>
          </a:p>
        </p:txBody>
      </p:sp>
      <p:pic>
        <p:nvPicPr>
          <p:cNvPr id="5" name="Imagen 4">
            <a:extLst>
              <a:ext uri="{FF2B5EF4-FFF2-40B4-BE49-F238E27FC236}">
                <a16:creationId xmlns:a16="http://schemas.microsoft.com/office/drawing/2014/main" id="{FC212FDB-6832-1448-8D16-FE62B4507C33}"/>
              </a:ext>
            </a:extLst>
          </p:cNvPr>
          <p:cNvPicPr>
            <a:picLocks noChangeAspect="1"/>
          </p:cNvPicPr>
          <p:nvPr/>
        </p:nvPicPr>
        <p:blipFill>
          <a:blip r:embed="rId3"/>
          <a:stretch>
            <a:fillRect/>
          </a:stretch>
        </p:blipFill>
        <p:spPr>
          <a:xfrm>
            <a:off x="6675725" y="694432"/>
            <a:ext cx="4366638" cy="5837426"/>
          </a:xfrm>
          <a:prstGeom prst="rect">
            <a:avLst/>
          </a:prstGeom>
        </p:spPr>
      </p:pic>
    </p:spTree>
    <p:extLst>
      <p:ext uri="{BB962C8B-B14F-4D97-AF65-F5344CB8AC3E}">
        <p14:creationId xmlns:p14="http://schemas.microsoft.com/office/powerpoint/2010/main" val="230461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a:solidFill>
                  <a:srgbClr val="003567"/>
                </a:solidFill>
                <a:latin typeface="Montserrat"/>
              </a:rPr>
              <a:t>Error </a:t>
            </a:r>
            <a:r>
              <a:rPr lang="en-US" sz="3600" b="1" dirty="0" err="1">
                <a:solidFill>
                  <a:srgbClr val="003567"/>
                </a:solidFill>
                <a:latin typeface="Montserrat"/>
              </a:rPr>
              <a:t>frecuente</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297252" y="694432"/>
            <a:ext cx="11312450" cy="3785652"/>
          </a:xfrm>
          <a:prstGeom prst="rect">
            <a:avLst/>
          </a:prstGeom>
          <a:noFill/>
        </p:spPr>
        <p:txBody>
          <a:bodyPr wrap="square">
            <a:spAutoFit/>
          </a:bodyPr>
          <a:lstStyle/>
          <a:p>
            <a:pPr algn="just">
              <a:buFont typeface="Arial" panose="020B0604020202020204" pitchFamily="34" charset="0"/>
              <a:buChar char="•"/>
            </a:pPr>
            <a:r>
              <a:rPr lang="es-ES" sz="2400" b="0" i="0" dirty="0">
                <a:effectLst/>
                <a:latin typeface="Roboto" panose="02000000000000000000" pitchFamily="2" charset="0"/>
              </a:rPr>
              <a:t>Módulos que acceden a la base de datos o a la lógica interna de otro módulo — rompe el límite aunque el código compile sin errores.</a:t>
            </a:r>
          </a:p>
          <a:p>
            <a:pPr algn="just">
              <a:buFont typeface="Arial" panose="020B0604020202020204" pitchFamily="34" charset="0"/>
              <a:buChar char="•"/>
            </a:pPr>
            <a:r>
              <a:rPr lang="es-ES" sz="2400" b="0" i="0" dirty="0">
                <a:effectLst/>
                <a:latin typeface="Roboto" panose="02000000000000000000" pitchFamily="2" charset="0"/>
              </a:rPr>
              <a:t>No definir interfaces públicas explícitas: todo queda accesible a todo, y la "modularidad" es solo de nombre.</a:t>
            </a:r>
          </a:p>
          <a:p>
            <a:pPr algn="just">
              <a:buFont typeface="Arial" panose="020B0604020202020204" pitchFamily="34" charset="0"/>
              <a:buChar char="•"/>
            </a:pPr>
            <a:r>
              <a:rPr lang="es-ES" sz="2400" b="0" i="0" dirty="0">
                <a:effectLst/>
                <a:latin typeface="Roboto" panose="02000000000000000000" pitchFamily="2" charset="0"/>
              </a:rPr>
              <a:t>Usar el monolito como excusa para no separar responsabilidades — "total, es un solo proceso" no es una razón válida para mezclar dominios.</a:t>
            </a:r>
          </a:p>
          <a:p>
            <a:pPr algn="just">
              <a:buFont typeface="Arial" panose="020B0604020202020204" pitchFamily="34" charset="0"/>
              <a:buChar char="•"/>
            </a:pPr>
            <a:r>
              <a:rPr lang="es-ES" sz="2400" b="0" i="0" dirty="0">
                <a:effectLst/>
                <a:latin typeface="Roboto" panose="02000000000000000000" pitchFamily="2" charset="0"/>
              </a:rPr>
              <a:t>No planificar la eventual extracción cuando el sistema y el equipo escalen — los módulos bien definidos (como los que exige ADP) son justamente los que se pueden extraer a microservicio con bajo esfuerzo el día que haga falta.</a:t>
            </a:r>
          </a:p>
          <a:p>
            <a:pPr algn="just"/>
            <a:endParaRPr lang="en-US" sz="2400" dirty="0"/>
          </a:p>
        </p:txBody>
      </p:sp>
      <p:pic>
        <p:nvPicPr>
          <p:cNvPr id="7" name="Picture 2" descr="Error - Iconos gratis de seo y web">
            <a:extLst>
              <a:ext uri="{FF2B5EF4-FFF2-40B4-BE49-F238E27FC236}">
                <a16:creationId xmlns:a16="http://schemas.microsoft.com/office/drawing/2014/main" id="{001A583D-B38E-24CE-3271-1B2B32A8B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1530" y="4480084"/>
            <a:ext cx="1863894" cy="1651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012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err="1">
                <a:solidFill>
                  <a:srgbClr val="003567"/>
                </a:solidFill>
                <a:latin typeface="Montserrat"/>
              </a:rPr>
              <a:t>Microservicios</a:t>
            </a: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289000" y="880794"/>
            <a:ext cx="5740325" cy="4401205"/>
          </a:xfrm>
          <a:prstGeom prst="rect">
            <a:avLst/>
          </a:prstGeom>
          <a:noFill/>
        </p:spPr>
        <p:txBody>
          <a:bodyPr wrap="square">
            <a:spAutoFit/>
          </a:bodyPr>
          <a:lstStyle/>
          <a:p>
            <a:pPr algn="just"/>
            <a:r>
              <a:rPr lang="es-ES" sz="2800" b="0" i="0" dirty="0">
                <a:effectLst/>
                <a:latin typeface="Roboto" panose="02000000000000000000" pitchFamily="2" charset="0"/>
              </a:rPr>
              <a:t>En microservicios, cada módulo de negocio es un </a:t>
            </a:r>
            <a:r>
              <a:rPr lang="es-ES" sz="2800" b="1" i="0" dirty="0">
                <a:effectLst/>
                <a:latin typeface="Roboto" panose="02000000000000000000" pitchFamily="2" charset="0"/>
              </a:rPr>
              <a:t>proceso independiente</a:t>
            </a:r>
            <a:r>
              <a:rPr lang="es-ES" sz="2800" b="0" i="0" dirty="0">
                <a:effectLst/>
                <a:latin typeface="Roboto" panose="02000000000000000000" pitchFamily="2" charset="0"/>
              </a:rPr>
              <a:t>, con su propia base de datos, su propio ciclo de despliegue y, generalmente, su propio repositorio de código. La comunicación entre servicios es siempre por red (HTTP, mensajería), nunca por llamada directa en memoria.</a:t>
            </a:r>
            <a:endParaRPr lang="en-US" sz="2000" dirty="0"/>
          </a:p>
        </p:txBody>
      </p:sp>
      <p:pic>
        <p:nvPicPr>
          <p:cNvPr id="3" name="Imagen 2">
            <a:extLst>
              <a:ext uri="{FF2B5EF4-FFF2-40B4-BE49-F238E27FC236}">
                <a16:creationId xmlns:a16="http://schemas.microsoft.com/office/drawing/2014/main" id="{F7CF9A48-DBAF-C7B0-BDE1-65EDBAD70A82}"/>
              </a:ext>
            </a:extLst>
          </p:cNvPr>
          <p:cNvPicPr>
            <a:picLocks noChangeAspect="1"/>
          </p:cNvPicPr>
          <p:nvPr/>
        </p:nvPicPr>
        <p:blipFill>
          <a:blip r:embed="rId3"/>
          <a:stretch>
            <a:fillRect/>
          </a:stretch>
        </p:blipFill>
        <p:spPr>
          <a:xfrm>
            <a:off x="6489012" y="694432"/>
            <a:ext cx="4892464" cy="4442845"/>
          </a:xfrm>
          <a:prstGeom prst="rect">
            <a:avLst/>
          </a:prstGeom>
        </p:spPr>
      </p:pic>
    </p:spTree>
    <p:extLst>
      <p:ext uri="{BB962C8B-B14F-4D97-AF65-F5344CB8AC3E}">
        <p14:creationId xmlns:p14="http://schemas.microsoft.com/office/powerpoint/2010/main" val="956892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Dónde se usa en la práctica</a:t>
            </a: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835856" y="1299894"/>
            <a:ext cx="10521875" cy="3108543"/>
          </a:xfrm>
          <a:prstGeom prst="rect">
            <a:avLst/>
          </a:prstGeom>
          <a:noFill/>
        </p:spPr>
        <p:txBody>
          <a:bodyPr wrap="square">
            <a:spAutoFit/>
          </a:bodyPr>
          <a:lstStyle/>
          <a:p>
            <a:pPr algn="just"/>
            <a:r>
              <a:rPr lang="es-ES" sz="2800" b="0" i="0" dirty="0" err="1">
                <a:effectLst/>
                <a:latin typeface="Roboto" panose="02000000000000000000" pitchFamily="2" charset="0"/>
              </a:rPr>
              <a:t>Enorganizaciones</a:t>
            </a:r>
            <a:r>
              <a:rPr lang="es-ES" sz="2800" b="0" i="0" dirty="0">
                <a:effectLst/>
                <a:latin typeface="Roboto" panose="02000000000000000000" pitchFamily="2" charset="0"/>
              </a:rPr>
              <a:t> grandes, con muchos equipos trabajando en paralelo que necesitan desplegar sin coordinarse entre sí, y servicios con necesidades de escala muy distintas entre ellos (por ejemplo, un servicio de búsqueda que recibe mil veces más tráfico que uno de facturación) — casos frecuentemente citados son Netflix, Amazon y Uber, documentados en sus propios blogs de ingeniería.</a:t>
            </a:r>
            <a:endParaRPr lang="en-US" sz="2000" dirty="0"/>
          </a:p>
        </p:txBody>
      </p:sp>
    </p:spTree>
    <p:extLst>
      <p:ext uri="{BB962C8B-B14F-4D97-AF65-F5344CB8AC3E}">
        <p14:creationId xmlns:p14="http://schemas.microsoft.com/office/powerpoint/2010/main" val="1432888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41529" y="48232"/>
            <a:ext cx="9223896" cy="646200"/>
          </a:xfrm>
          <a:prstGeom prst="rect">
            <a:avLst/>
          </a:prstGeom>
          <a:noFill/>
          <a:ln>
            <a:noFill/>
          </a:ln>
        </p:spPr>
        <p:txBody>
          <a:bodyPr spcFirstLastPara="1" wrap="square" lIns="91425" tIns="45700" rIns="91425" bIns="45700" anchor="t" anchorCtr="0">
            <a:noAutofit/>
          </a:bodyPr>
          <a:lstStyle/>
          <a:p>
            <a:pPr algn="ctr"/>
            <a:r>
              <a:rPr lang="en-US" sz="3600" b="1" dirty="0">
                <a:solidFill>
                  <a:srgbClr val="003567"/>
                </a:solidFill>
                <a:latin typeface="Montserrat"/>
              </a:rPr>
              <a:t>Serverless</a:t>
            </a: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612087" y="883524"/>
            <a:ext cx="5876925" cy="4893647"/>
          </a:xfrm>
          <a:prstGeom prst="rect">
            <a:avLst/>
          </a:prstGeom>
          <a:noFill/>
        </p:spPr>
        <p:txBody>
          <a:bodyPr wrap="square">
            <a:spAutoFit/>
          </a:bodyPr>
          <a:lstStyle/>
          <a:p>
            <a:pPr algn="just"/>
            <a:r>
              <a:rPr lang="es-ES" sz="2400" b="0" i="0" dirty="0" err="1">
                <a:effectLst/>
                <a:latin typeface="Roboto" panose="02000000000000000000" pitchFamily="2" charset="0"/>
              </a:rPr>
              <a:t>Serverless</a:t>
            </a:r>
            <a:r>
              <a:rPr lang="es-ES" sz="2400" b="0" i="0" dirty="0">
                <a:effectLst/>
                <a:latin typeface="Roboto" panose="02000000000000000000" pitchFamily="2" charset="0"/>
              </a:rPr>
              <a:t> (o </a:t>
            </a:r>
            <a:r>
              <a:rPr lang="es-ES" sz="2400" b="0" i="0" dirty="0" err="1">
                <a:effectLst/>
                <a:latin typeface="Roboto" panose="02000000000000000000" pitchFamily="2" charset="0"/>
              </a:rPr>
              <a:t>Function</a:t>
            </a:r>
            <a:r>
              <a:rPr lang="es-ES" sz="2400" b="0" i="0" dirty="0">
                <a:effectLst/>
                <a:latin typeface="Roboto" panose="02000000000000000000" pitchFamily="2" charset="0"/>
              </a:rPr>
              <a:t> as a </a:t>
            </a:r>
            <a:r>
              <a:rPr lang="es-ES" sz="2400" b="0" i="0" dirty="0" err="1">
                <a:effectLst/>
                <a:latin typeface="Roboto" panose="02000000000000000000" pitchFamily="2" charset="0"/>
              </a:rPr>
              <a:t>Service</a:t>
            </a:r>
            <a:r>
              <a:rPr lang="es-ES" sz="2400" b="0" i="0" dirty="0">
                <a:effectLst/>
                <a:latin typeface="Roboto" panose="02000000000000000000" pitchFamily="2" charset="0"/>
              </a:rPr>
              <a:t>, </a:t>
            </a:r>
            <a:r>
              <a:rPr lang="es-ES" sz="2400" b="0" i="0" dirty="0" err="1">
                <a:effectLst/>
                <a:latin typeface="Roboto" panose="02000000000000000000" pitchFamily="2" charset="0"/>
              </a:rPr>
              <a:t>FaaS</a:t>
            </a:r>
            <a:r>
              <a:rPr lang="es-ES" sz="2400" b="0" i="0" dirty="0">
                <a:effectLst/>
                <a:latin typeface="Roboto" panose="02000000000000000000" pitchFamily="2" charset="0"/>
              </a:rPr>
              <a:t>) lleva la independencia de piezas un paso más allá que microservicios (2.7): en vez de desplegar un proceso que corre todo el tiempo, se despliega una función individual que el proveedor </a:t>
            </a:r>
            <a:r>
              <a:rPr lang="es-ES" sz="2400" b="0" i="0" dirty="0" err="1">
                <a:effectLst/>
                <a:latin typeface="Roboto" panose="02000000000000000000" pitchFamily="2" charset="0"/>
              </a:rPr>
              <a:t>cloud</a:t>
            </a:r>
            <a:r>
              <a:rPr lang="es-ES" sz="2400" b="0" i="0" dirty="0">
                <a:effectLst/>
                <a:latin typeface="Roboto" panose="02000000000000000000" pitchFamily="2" charset="0"/>
              </a:rPr>
              <a:t> ejecuta solo cuando un evento la dispara (una petición HTTP, un mensaje en cola, un archivo subido) — y se apaga apenas termina. El equipo no administra servidores ni contenedores, ni siquiera el ciclo de vida del proceso: solo el código de la función.</a:t>
            </a:r>
            <a:endParaRPr lang="en-US" sz="2400" dirty="0"/>
          </a:p>
        </p:txBody>
      </p:sp>
      <p:pic>
        <p:nvPicPr>
          <p:cNvPr id="4" name="Imagen 3">
            <a:extLst>
              <a:ext uri="{FF2B5EF4-FFF2-40B4-BE49-F238E27FC236}">
                <a16:creationId xmlns:a16="http://schemas.microsoft.com/office/drawing/2014/main" id="{0FC3388D-436F-1244-93FD-52DB48C1C64A}"/>
              </a:ext>
            </a:extLst>
          </p:cNvPr>
          <p:cNvPicPr>
            <a:picLocks noChangeAspect="1"/>
          </p:cNvPicPr>
          <p:nvPr/>
        </p:nvPicPr>
        <p:blipFill>
          <a:blip r:embed="rId3"/>
          <a:stretch>
            <a:fillRect/>
          </a:stretch>
        </p:blipFill>
        <p:spPr>
          <a:xfrm>
            <a:off x="6918127" y="1647369"/>
            <a:ext cx="4999794" cy="2976830"/>
          </a:xfrm>
          <a:prstGeom prst="rect">
            <a:avLst/>
          </a:prstGeom>
        </p:spPr>
      </p:pic>
    </p:spTree>
    <p:extLst>
      <p:ext uri="{BB962C8B-B14F-4D97-AF65-F5344CB8AC3E}">
        <p14:creationId xmlns:p14="http://schemas.microsoft.com/office/powerpoint/2010/main" val="204454132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TotalTime>
  <Words>2259</Words>
  <Application>Microsoft Office PowerPoint</Application>
  <PresentationFormat>Personalizado</PresentationFormat>
  <Paragraphs>146</Paragraphs>
  <Slides>31</Slides>
  <Notes>31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31</vt:i4>
      </vt:variant>
    </vt:vector>
  </HeadingPairs>
  <TitlesOfParts>
    <vt:vector size="38" baseType="lpstr">
      <vt:lpstr>Calibri</vt:lpstr>
      <vt:lpstr>Roboto</vt:lpstr>
      <vt:lpstr>Montserrat</vt:lpstr>
      <vt:lpstr>Avenir</vt:lpstr>
      <vt:lpstr>Wingdings</vt:lpstr>
      <vt:lpstr>Arial</vt:lpstr>
      <vt:lpstr>Simple Light</vt:lpstr>
      <vt:lpstr>Análisis y Diseño  de Sistemas  de Información</vt:lpstr>
      <vt:lpstr>Presentación de PowerPoint</vt:lpstr>
      <vt:lpstr>índice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Prácticas Pre Profesionales EP Sistemas - Juliaca</cp:lastModifiedBy>
  <cp:revision>91</cp:revision>
  <dcterms:modified xsi:type="dcterms:W3CDTF">2026-08-31T14:35:06Z</dcterms:modified>
</cp:coreProperties>
</file>