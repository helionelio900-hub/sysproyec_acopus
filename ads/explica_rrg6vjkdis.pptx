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23"/>
  </p:notesMasterIdLst>
  <p:sldIdLst>
    <p:sldId id="257" r:id="rId2"/>
    <p:sldId id="258" r:id="rId3"/>
    <p:sldId id="260" r:id="rId4"/>
    <p:sldId id="264" r:id="rId5"/>
    <p:sldId id="265" r:id="rId6"/>
    <p:sldId id="266" r:id="rId7"/>
    <p:sldId id="267" r:id="rId8"/>
    <p:sldId id="323" r:id="rId9"/>
    <p:sldId id="268" r:id="rId10"/>
    <p:sldId id="317" r:id="rId11"/>
    <p:sldId id="318" r:id="rId12"/>
    <p:sldId id="319" r:id="rId13"/>
    <p:sldId id="320" r:id="rId14"/>
    <p:sldId id="321" r:id="rId15"/>
    <p:sldId id="322" r:id="rId16"/>
    <p:sldId id="324" r:id="rId17"/>
    <p:sldId id="325" r:id="rId18"/>
    <p:sldId id="326" r:id="rId19"/>
    <p:sldId id="327" r:id="rId20"/>
    <p:sldId id="328" r:id="rId21"/>
    <p:sldId id="329" r:id="rId22"/>
  </p:sldIdLst>
  <p:sldSz cx="12193588" cy="6858000"/>
  <p:notesSz cx="6858000" cy="9144000"/>
  <p:embeddedFontLst>
    <p:embeddedFont>
      <p:font typeface="Montserrat" panose="00000500000000000000" pitchFamily="2" charset="0"/>
      <p:regular r:id="rId24"/>
      <p:bold r:id="rId25"/>
      <p:italic r:id="rId26"/>
      <p:boldItalic r:id="rId27"/>
    </p:embeddedFont>
    <p:embeddedFont>
      <p:font typeface="Roboto" panose="020000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384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B5CC6F-4D02-4986-BC5A-4B726585F33F}">
  <a:tblStyle styleId="{72B5CC6F-4D02-4986-BC5A-4B726585F33F}"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50" autoAdjust="0"/>
    <p:restoredTop sz="94660"/>
  </p:normalViewPr>
  <p:slideViewPr>
    <p:cSldViewPr snapToGrid="0">
      <p:cViewPr varScale="1">
        <p:scale>
          <a:sx n="80" d="100"/>
          <a:sy n="80" d="100"/>
        </p:scale>
        <p:origin x="672"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c8d205803a_1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g3c8d205803a_1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9" name="Google Shape;109;g3c8d205803a_1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419"/>
              <a:t>1</a:t>
            </a:fld>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8d205803a_0_2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3c8d205803a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0" name="Google Shape;120;g3c8d205803a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419"/>
              <a:t>2</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c8d205803a_0_2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g3c8d205803a_0_2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g3c8d205803a_0_2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419"/>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c8d205803a_0_25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g3c8d205803a_0_2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8d205803a_0_26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3" name="Google Shape;173;g3c8d205803a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c8d205803a_0_26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80" name="Google Shape;180;g3c8d205803a_0_2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3762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c8d205803a_0_27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3c8d205803a_0_2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992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5783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279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6230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3143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83787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71456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3522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5618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19031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5690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c8d205803a_0_27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c8d205803a_0_2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40994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1250" y="-42525"/>
            <a:ext cx="12267550" cy="6900525"/>
          </a:xfrm>
          <a:prstGeom prst="rect">
            <a:avLst/>
          </a:prstGeom>
          <a:noFill/>
          <a:ln>
            <a:noFill/>
          </a:ln>
        </p:spPr>
      </p:pic>
      <p:sp>
        <p:nvSpPr>
          <p:cNvPr id="11" name="Google Shape;11;p2"/>
          <p:cNvSpPr txBox="1">
            <a:spLocks noGrp="1"/>
          </p:cNvSpPr>
          <p:nvPr>
            <p:ph type="ctrTitle"/>
          </p:nvPr>
        </p:nvSpPr>
        <p:spPr>
          <a:xfrm>
            <a:off x="2026384" y="1744327"/>
            <a:ext cx="9139800" cy="2201700"/>
          </a:xfrm>
          <a:prstGeom prst="rect">
            <a:avLst/>
          </a:prstGeom>
        </p:spPr>
        <p:txBody>
          <a:bodyPr spcFirstLastPara="1" wrap="square" lIns="98050" tIns="98050" rIns="98050" bIns="98050" anchor="b" anchorCtr="0">
            <a:normAutofit/>
          </a:bodyPr>
          <a:lstStyle>
            <a:lvl1pPr lvl="0" algn="ctr">
              <a:spcBef>
                <a:spcPts val="0"/>
              </a:spcBef>
              <a:spcAft>
                <a:spcPts val="0"/>
              </a:spcAft>
              <a:buClr>
                <a:srgbClr val="351C75"/>
              </a:buClr>
              <a:buSzPts val="5478"/>
              <a:buNone/>
              <a:defRPr sz="5477" b="1">
                <a:solidFill>
                  <a:srgbClr val="351C75"/>
                </a:solidFill>
              </a:defRPr>
            </a:lvl1pPr>
            <a:lvl2pPr lvl="1" algn="ctr">
              <a:spcBef>
                <a:spcPts val="0"/>
              </a:spcBef>
              <a:spcAft>
                <a:spcPts val="0"/>
              </a:spcAft>
              <a:buSzPts val="5478"/>
              <a:buNone/>
              <a:defRPr sz="5477"/>
            </a:lvl2pPr>
            <a:lvl3pPr lvl="2" algn="ctr">
              <a:spcBef>
                <a:spcPts val="0"/>
              </a:spcBef>
              <a:spcAft>
                <a:spcPts val="0"/>
              </a:spcAft>
              <a:buSzPts val="5478"/>
              <a:buNone/>
              <a:defRPr sz="5477"/>
            </a:lvl3pPr>
            <a:lvl4pPr lvl="3" algn="ctr">
              <a:spcBef>
                <a:spcPts val="0"/>
              </a:spcBef>
              <a:spcAft>
                <a:spcPts val="0"/>
              </a:spcAft>
              <a:buSzPts val="5478"/>
              <a:buNone/>
              <a:defRPr sz="5477"/>
            </a:lvl4pPr>
            <a:lvl5pPr lvl="4" algn="ctr">
              <a:spcBef>
                <a:spcPts val="0"/>
              </a:spcBef>
              <a:spcAft>
                <a:spcPts val="0"/>
              </a:spcAft>
              <a:buSzPts val="5478"/>
              <a:buNone/>
              <a:defRPr sz="5477"/>
            </a:lvl5pPr>
            <a:lvl6pPr lvl="5" algn="ctr">
              <a:spcBef>
                <a:spcPts val="0"/>
              </a:spcBef>
              <a:spcAft>
                <a:spcPts val="0"/>
              </a:spcAft>
              <a:buSzPts val="5478"/>
              <a:buNone/>
              <a:defRPr sz="5477"/>
            </a:lvl6pPr>
            <a:lvl7pPr lvl="6" algn="ctr">
              <a:spcBef>
                <a:spcPts val="0"/>
              </a:spcBef>
              <a:spcAft>
                <a:spcPts val="0"/>
              </a:spcAft>
              <a:buSzPts val="5478"/>
              <a:buNone/>
              <a:defRPr sz="5477"/>
            </a:lvl7pPr>
            <a:lvl8pPr lvl="7" algn="ctr">
              <a:spcBef>
                <a:spcPts val="0"/>
              </a:spcBef>
              <a:spcAft>
                <a:spcPts val="0"/>
              </a:spcAft>
              <a:buSzPts val="5478"/>
              <a:buNone/>
              <a:defRPr sz="5477"/>
            </a:lvl8pPr>
            <a:lvl9pPr lvl="8" algn="ctr">
              <a:spcBef>
                <a:spcPts val="0"/>
              </a:spcBef>
              <a:spcAft>
                <a:spcPts val="0"/>
              </a:spcAft>
              <a:buSzPts val="5478"/>
              <a:buNone/>
              <a:defRPr sz="5477"/>
            </a:lvl9pPr>
          </a:lstStyle>
          <a:p>
            <a:endParaRPr/>
          </a:p>
        </p:txBody>
      </p:sp>
      <p:sp>
        <p:nvSpPr>
          <p:cNvPr id="12" name="Google Shape;12;p2"/>
          <p:cNvSpPr txBox="1">
            <a:spLocks noGrp="1"/>
          </p:cNvSpPr>
          <p:nvPr>
            <p:ph type="subTitle" idx="1"/>
          </p:nvPr>
        </p:nvSpPr>
        <p:spPr>
          <a:xfrm>
            <a:off x="2026375" y="3985524"/>
            <a:ext cx="9139800" cy="850200"/>
          </a:xfrm>
          <a:prstGeom prst="rect">
            <a:avLst/>
          </a:prstGeom>
        </p:spPr>
        <p:txBody>
          <a:bodyPr spcFirstLastPara="1" wrap="square" lIns="98050" tIns="98050" rIns="98050" bIns="98050" anchor="t" anchorCtr="0">
            <a:normAutofit/>
          </a:bodyPr>
          <a:lstStyle>
            <a:lvl1pPr lvl="0" algn="ctr">
              <a:lnSpc>
                <a:spcPct val="100000"/>
              </a:lnSpc>
              <a:spcBef>
                <a:spcPts val="0"/>
              </a:spcBef>
              <a:spcAft>
                <a:spcPts val="0"/>
              </a:spcAft>
              <a:buSzPts val="2903"/>
              <a:buNone/>
              <a:defRPr sz="2903"/>
            </a:lvl1pPr>
            <a:lvl2pPr lvl="1" algn="ctr">
              <a:lnSpc>
                <a:spcPct val="100000"/>
              </a:lnSpc>
              <a:spcBef>
                <a:spcPts val="0"/>
              </a:spcBef>
              <a:spcAft>
                <a:spcPts val="0"/>
              </a:spcAft>
              <a:buSzPts val="2903"/>
              <a:buNone/>
              <a:defRPr sz="2903"/>
            </a:lvl2pPr>
            <a:lvl3pPr lvl="2" algn="ctr">
              <a:lnSpc>
                <a:spcPct val="100000"/>
              </a:lnSpc>
              <a:spcBef>
                <a:spcPts val="0"/>
              </a:spcBef>
              <a:spcAft>
                <a:spcPts val="0"/>
              </a:spcAft>
              <a:buSzPts val="2903"/>
              <a:buNone/>
              <a:defRPr sz="2903"/>
            </a:lvl3pPr>
            <a:lvl4pPr lvl="3" algn="ctr">
              <a:lnSpc>
                <a:spcPct val="100000"/>
              </a:lnSpc>
              <a:spcBef>
                <a:spcPts val="0"/>
              </a:spcBef>
              <a:spcAft>
                <a:spcPts val="0"/>
              </a:spcAft>
              <a:buSzPts val="2903"/>
              <a:buNone/>
              <a:defRPr sz="2903"/>
            </a:lvl4pPr>
            <a:lvl5pPr lvl="4" algn="ctr">
              <a:lnSpc>
                <a:spcPct val="100000"/>
              </a:lnSpc>
              <a:spcBef>
                <a:spcPts val="0"/>
              </a:spcBef>
              <a:spcAft>
                <a:spcPts val="0"/>
              </a:spcAft>
              <a:buSzPts val="2903"/>
              <a:buNone/>
              <a:defRPr sz="2903"/>
            </a:lvl5pPr>
            <a:lvl6pPr lvl="5" algn="ctr">
              <a:lnSpc>
                <a:spcPct val="100000"/>
              </a:lnSpc>
              <a:spcBef>
                <a:spcPts val="0"/>
              </a:spcBef>
              <a:spcAft>
                <a:spcPts val="0"/>
              </a:spcAft>
              <a:buSzPts val="2903"/>
              <a:buNone/>
              <a:defRPr sz="2903"/>
            </a:lvl6pPr>
            <a:lvl7pPr lvl="6" algn="ctr">
              <a:lnSpc>
                <a:spcPct val="100000"/>
              </a:lnSpc>
              <a:spcBef>
                <a:spcPts val="0"/>
              </a:spcBef>
              <a:spcAft>
                <a:spcPts val="0"/>
              </a:spcAft>
              <a:buSzPts val="2903"/>
              <a:buNone/>
              <a:defRPr sz="2903"/>
            </a:lvl7pPr>
            <a:lvl8pPr lvl="7" algn="ctr">
              <a:lnSpc>
                <a:spcPct val="100000"/>
              </a:lnSpc>
              <a:spcBef>
                <a:spcPts val="0"/>
              </a:spcBef>
              <a:spcAft>
                <a:spcPts val="0"/>
              </a:spcAft>
              <a:buSzPts val="2903"/>
              <a:buNone/>
              <a:defRPr sz="2903"/>
            </a:lvl8pPr>
            <a:lvl9pPr lvl="8" algn="ctr">
              <a:lnSpc>
                <a:spcPct val="100000"/>
              </a:lnSpc>
              <a:spcBef>
                <a:spcPts val="0"/>
              </a:spcBef>
              <a:spcAft>
                <a:spcPts val="0"/>
              </a:spcAft>
              <a:buSzPts val="2903"/>
              <a:buNone/>
              <a:defRPr sz="2903"/>
            </a:lvl9pPr>
          </a:lstStyle>
          <a:p>
            <a:endParaRPr/>
          </a:p>
        </p:txBody>
      </p:sp>
      <p:sp>
        <p:nvSpPr>
          <p:cNvPr id="13" name="Google Shape;13;p2"/>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pic>
        <p:nvPicPr>
          <p:cNvPr id="14" name="Google Shape;14;p2"/>
          <p:cNvPicPr preferRelativeResize="0"/>
          <p:nvPr/>
        </p:nvPicPr>
        <p:blipFill>
          <a:blip r:embed="rId3">
            <a:alphaModFix/>
          </a:blip>
          <a:stretch>
            <a:fillRect/>
          </a:stretch>
        </p:blipFill>
        <p:spPr>
          <a:xfrm>
            <a:off x="1250" y="119275"/>
            <a:ext cx="816600" cy="6623051"/>
          </a:xfrm>
          <a:prstGeom prst="rect">
            <a:avLst/>
          </a:prstGeom>
          <a:noFill/>
          <a:ln>
            <a:noFill/>
          </a:ln>
        </p:spPr>
      </p:pic>
      <p:pic>
        <p:nvPicPr>
          <p:cNvPr id="15" name="Google Shape;15;p2"/>
          <p:cNvPicPr preferRelativeResize="0"/>
          <p:nvPr/>
        </p:nvPicPr>
        <p:blipFill>
          <a:blip r:embed="rId4">
            <a:alphaModFix/>
          </a:blip>
          <a:stretch>
            <a:fillRect/>
          </a:stretch>
        </p:blipFill>
        <p:spPr>
          <a:xfrm>
            <a:off x="9619201" y="119275"/>
            <a:ext cx="2158258" cy="730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415641" y="2867800"/>
            <a:ext cx="11361900" cy="11223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8" name="Google Shape;18;p3"/>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415641" y="593367"/>
            <a:ext cx="113619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34"/>
              <a:buNone/>
              <a:defRPr sz="3733"/>
            </a:lvl1pPr>
            <a:lvl2pPr lvl="1">
              <a:spcBef>
                <a:spcPts val="0"/>
              </a:spcBef>
              <a:spcAft>
                <a:spcPts val="0"/>
              </a:spcAft>
              <a:buSzPts val="3734"/>
              <a:buNone/>
              <a:defRPr sz="3733"/>
            </a:lvl2pPr>
            <a:lvl3pPr lvl="2">
              <a:spcBef>
                <a:spcPts val="0"/>
              </a:spcBef>
              <a:spcAft>
                <a:spcPts val="0"/>
              </a:spcAft>
              <a:buSzPts val="3734"/>
              <a:buNone/>
              <a:defRPr sz="3733"/>
            </a:lvl3pPr>
            <a:lvl4pPr lvl="3">
              <a:spcBef>
                <a:spcPts val="0"/>
              </a:spcBef>
              <a:spcAft>
                <a:spcPts val="0"/>
              </a:spcAft>
              <a:buSzPts val="3734"/>
              <a:buNone/>
              <a:defRPr sz="3733"/>
            </a:lvl4pPr>
            <a:lvl5pPr lvl="4">
              <a:spcBef>
                <a:spcPts val="0"/>
              </a:spcBef>
              <a:spcAft>
                <a:spcPts val="0"/>
              </a:spcAft>
              <a:buSzPts val="3734"/>
              <a:buNone/>
              <a:defRPr sz="3733"/>
            </a:lvl5pPr>
            <a:lvl6pPr lvl="5">
              <a:spcBef>
                <a:spcPts val="0"/>
              </a:spcBef>
              <a:spcAft>
                <a:spcPts val="0"/>
              </a:spcAft>
              <a:buSzPts val="3734"/>
              <a:buNone/>
              <a:defRPr sz="3733"/>
            </a:lvl6pPr>
            <a:lvl7pPr lvl="6">
              <a:spcBef>
                <a:spcPts val="0"/>
              </a:spcBef>
              <a:spcAft>
                <a:spcPts val="0"/>
              </a:spcAft>
              <a:buSzPts val="3734"/>
              <a:buNone/>
              <a:defRPr sz="3733"/>
            </a:lvl7pPr>
            <a:lvl8pPr lvl="7">
              <a:spcBef>
                <a:spcPts val="0"/>
              </a:spcBef>
              <a:spcAft>
                <a:spcPts val="0"/>
              </a:spcAft>
              <a:buSzPts val="3734"/>
              <a:buNone/>
              <a:defRPr sz="3733"/>
            </a:lvl8pPr>
            <a:lvl9pPr lvl="8">
              <a:spcBef>
                <a:spcPts val="0"/>
              </a:spcBef>
              <a:spcAft>
                <a:spcPts val="0"/>
              </a:spcAft>
              <a:buSzPts val="3734"/>
              <a:buNone/>
              <a:defRPr sz="3733"/>
            </a:lvl9pPr>
          </a:lstStyle>
          <a:p>
            <a:endParaRPr/>
          </a:p>
        </p:txBody>
      </p:sp>
      <p:sp>
        <p:nvSpPr>
          <p:cNvPr id="21" name="Google Shape;21;p4"/>
          <p:cNvSpPr txBox="1">
            <a:spLocks noGrp="1"/>
          </p:cNvSpPr>
          <p:nvPr>
            <p:ph type="body" idx="1"/>
          </p:nvPr>
        </p:nvSpPr>
        <p:spPr>
          <a:xfrm>
            <a:off x="415641" y="1536633"/>
            <a:ext cx="11361900" cy="4555200"/>
          </a:xfrm>
          <a:prstGeom prst="rect">
            <a:avLst/>
          </a:prstGeom>
        </p:spPr>
        <p:txBody>
          <a:bodyPr spcFirstLastPara="1" wrap="square" lIns="121900" tIns="121900" rIns="121900" bIns="121900" anchor="t" anchorCtr="0">
            <a:normAutofit/>
          </a:bodyPr>
          <a:lstStyle>
            <a:lvl1pPr marL="457200" lvl="0" indent="-381010">
              <a:spcBef>
                <a:spcPts val="0"/>
              </a:spcBef>
              <a:spcAft>
                <a:spcPts val="0"/>
              </a:spcAft>
              <a:buSzPts val="2400"/>
              <a:buChar char="●"/>
              <a:defRPr sz="2400"/>
            </a:lvl1pPr>
            <a:lvl2pPr marL="914400" lvl="1" indent="-347141">
              <a:spcBef>
                <a:spcPts val="0"/>
              </a:spcBef>
              <a:spcAft>
                <a:spcPts val="0"/>
              </a:spcAft>
              <a:buSzPts val="1867"/>
              <a:buChar char="○"/>
              <a:defRPr sz="1866"/>
            </a:lvl2pPr>
            <a:lvl3pPr marL="1371600" lvl="2" indent="-347141">
              <a:spcBef>
                <a:spcPts val="0"/>
              </a:spcBef>
              <a:spcAft>
                <a:spcPts val="0"/>
              </a:spcAft>
              <a:buSzPts val="1867"/>
              <a:buChar char="■"/>
              <a:defRPr sz="1866"/>
            </a:lvl3pPr>
            <a:lvl4pPr marL="1828800" lvl="3" indent="-347141">
              <a:spcBef>
                <a:spcPts val="0"/>
              </a:spcBef>
              <a:spcAft>
                <a:spcPts val="0"/>
              </a:spcAft>
              <a:buSzPts val="1867"/>
              <a:buChar char="●"/>
              <a:defRPr sz="1866"/>
            </a:lvl4pPr>
            <a:lvl5pPr marL="2286000" lvl="4" indent="-347141">
              <a:spcBef>
                <a:spcPts val="0"/>
              </a:spcBef>
              <a:spcAft>
                <a:spcPts val="0"/>
              </a:spcAft>
              <a:buSzPts val="1867"/>
              <a:buChar char="○"/>
              <a:defRPr sz="1866"/>
            </a:lvl5pPr>
            <a:lvl6pPr marL="2743200" lvl="5" indent="-347141">
              <a:spcBef>
                <a:spcPts val="0"/>
              </a:spcBef>
              <a:spcAft>
                <a:spcPts val="0"/>
              </a:spcAft>
              <a:buSzPts val="1867"/>
              <a:buChar char="■"/>
              <a:defRPr sz="1866"/>
            </a:lvl6pPr>
            <a:lvl7pPr marL="3200400" lvl="6" indent="-347141">
              <a:spcBef>
                <a:spcPts val="0"/>
              </a:spcBef>
              <a:spcAft>
                <a:spcPts val="0"/>
              </a:spcAft>
              <a:buSzPts val="1867"/>
              <a:buChar char="●"/>
              <a:defRPr sz="1866"/>
            </a:lvl7pPr>
            <a:lvl8pPr marL="3657600" lvl="7" indent="-347141">
              <a:spcBef>
                <a:spcPts val="0"/>
              </a:spcBef>
              <a:spcAft>
                <a:spcPts val="0"/>
              </a:spcAft>
              <a:buSzPts val="1867"/>
              <a:buChar char="○"/>
              <a:defRPr sz="1866"/>
            </a:lvl8pPr>
            <a:lvl9pPr marL="4114800" lvl="8" indent="-347141">
              <a:spcBef>
                <a:spcPts val="0"/>
              </a:spcBef>
              <a:spcAft>
                <a:spcPts val="0"/>
              </a:spcAft>
              <a:buSzPts val="1867"/>
              <a:buChar char="■"/>
              <a:defRPr sz="1866"/>
            </a:lvl9pPr>
          </a:lstStyle>
          <a:p>
            <a:endParaRPr/>
          </a:p>
        </p:txBody>
      </p:sp>
      <p:sp>
        <p:nvSpPr>
          <p:cNvPr id="22" name="Google Shape;22;p4"/>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415641" y="593367"/>
            <a:ext cx="113619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34"/>
              <a:buNone/>
              <a:defRPr sz="3733"/>
            </a:lvl1pPr>
            <a:lvl2pPr lvl="1">
              <a:spcBef>
                <a:spcPts val="0"/>
              </a:spcBef>
              <a:spcAft>
                <a:spcPts val="0"/>
              </a:spcAft>
              <a:buSzPts val="3734"/>
              <a:buNone/>
              <a:defRPr sz="3733"/>
            </a:lvl2pPr>
            <a:lvl3pPr lvl="2">
              <a:spcBef>
                <a:spcPts val="0"/>
              </a:spcBef>
              <a:spcAft>
                <a:spcPts val="0"/>
              </a:spcAft>
              <a:buSzPts val="3734"/>
              <a:buNone/>
              <a:defRPr sz="3733"/>
            </a:lvl3pPr>
            <a:lvl4pPr lvl="3">
              <a:spcBef>
                <a:spcPts val="0"/>
              </a:spcBef>
              <a:spcAft>
                <a:spcPts val="0"/>
              </a:spcAft>
              <a:buSzPts val="3734"/>
              <a:buNone/>
              <a:defRPr sz="3733"/>
            </a:lvl4pPr>
            <a:lvl5pPr lvl="4">
              <a:spcBef>
                <a:spcPts val="0"/>
              </a:spcBef>
              <a:spcAft>
                <a:spcPts val="0"/>
              </a:spcAft>
              <a:buSzPts val="3734"/>
              <a:buNone/>
              <a:defRPr sz="3733"/>
            </a:lvl5pPr>
            <a:lvl6pPr lvl="5">
              <a:spcBef>
                <a:spcPts val="0"/>
              </a:spcBef>
              <a:spcAft>
                <a:spcPts val="0"/>
              </a:spcAft>
              <a:buSzPts val="3734"/>
              <a:buNone/>
              <a:defRPr sz="3733"/>
            </a:lvl6pPr>
            <a:lvl7pPr lvl="6">
              <a:spcBef>
                <a:spcPts val="0"/>
              </a:spcBef>
              <a:spcAft>
                <a:spcPts val="0"/>
              </a:spcAft>
              <a:buSzPts val="3734"/>
              <a:buNone/>
              <a:defRPr sz="3733"/>
            </a:lvl7pPr>
            <a:lvl8pPr lvl="7">
              <a:spcBef>
                <a:spcPts val="0"/>
              </a:spcBef>
              <a:spcAft>
                <a:spcPts val="0"/>
              </a:spcAft>
              <a:buSzPts val="3734"/>
              <a:buNone/>
              <a:defRPr sz="3733"/>
            </a:lvl8pPr>
            <a:lvl9pPr lvl="8">
              <a:spcBef>
                <a:spcPts val="0"/>
              </a:spcBef>
              <a:spcAft>
                <a:spcPts val="0"/>
              </a:spcAft>
              <a:buSzPts val="3734"/>
              <a:buNone/>
              <a:defRPr sz="3733"/>
            </a:lvl9pPr>
          </a:lstStyle>
          <a:p>
            <a:endParaRPr/>
          </a:p>
        </p:txBody>
      </p:sp>
      <p:sp>
        <p:nvSpPr>
          <p:cNvPr id="25" name="Google Shape;25;p5"/>
          <p:cNvSpPr txBox="1">
            <a:spLocks noGrp="1"/>
          </p:cNvSpPr>
          <p:nvPr>
            <p:ph type="body" idx="1"/>
          </p:nvPr>
        </p:nvSpPr>
        <p:spPr>
          <a:xfrm>
            <a:off x="415641" y="1536633"/>
            <a:ext cx="5333700" cy="4555200"/>
          </a:xfrm>
          <a:prstGeom prst="rect">
            <a:avLst/>
          </a:prstGeom>
        </p:spPr>
        <p:txBody>
          <a:bodyPr spcFirstLastPara="1" wrap="square" lIns="121900" tIns="121900" rIns="121900" bIns="121900" anchor="t" anchorCtr="0">
            <a:normAutofit/>
          </a:bodyPr>
          <a:lstStyle>
            <a:lvl1pPr marL="457200" lvl="0" indent="-347141">
              <a:spcBef>
                <a:spcPts val="0"/>
              </a:spcBef>
              <a:spcAft>
                <a:spcPts val="0"/>
              </a:spcAft>
              <a:buSzPts val="1867"/>
              <a:buChar char="●"/>
              <a:defRPr sz="1866"/>
            </a:lvl1pPr>
            <a:lvl2pPr marL="914400" lvl="1" indent="-330206">
              <a:spcBef>
                <a:spcPts val="0"/>
              </a:spcBef>
              <a:spcAft>
                <a:spcPts val="0"/>
              </a:spcAft>
              <a:buSzPts val="1600"/>
              <a:buChar char="○"/>
              <a:defRPr sz="1600"/>
            </a:lvl2pPr>
            <a:lvl3pPr marL="1371600" lvl="2" indent="-330206">
              <a:spcBef>
                <a:spcPts val="0"/>
              </a:spcBef>
              <a:spcAft>
                <a:spcPts val="0"/>
              </a:spcAft>
              <a:buSzPts val="1600"/>
              <a:buChar char="■"/>
              <a:defRPr sz="1600"/>
            </a:lvl3pPr>
            <a:lvl4pPr marL="1828800" lvl="3" indent="-330206">
              <a:spcBef>
                <a:spcPts val="0"/>
              </a:spcBef>
              <a:spcAft>
                <a:spcPts val="0"/>
              </a:spcAft>
              <a:buSzPts val="1600"/>
              <a:buChar char="●"/>
              <a:defRPr sz="1600"/>
            </a:lvl4pPr>
            <a:lvl5pPr marL="2286000" lvl="4" indent="-330206">
              <a:spcBef>
                <a:spcPts val="0"/>
              </a:spcBef>
              <a:spcAft>
                <a:spcPts val="0"/>
              </a:spcAft>
              <a:buSzPts val="1600"/>
              <a:buChar char="○"/>
              <a:defRPr sz="1600"/>
            </a:lvl5pPr>
            <a:lvl6pPr marL="2743200" lvl="5" indent="-330206">
              <a:spcBef>
                <a:spcPts val="0"/>
              </a:spcBef>
              <a:spcAft>
                <a:spcPts val="0"/>
              </a:spcAft>
              <a:buSzPts val="1600"/>
              <a:buChar char="■"/>
              <a:defRPr sz="1600"/>
            </a:lvl6pPr>
            <a:lvl7pPr marL="3200400" lvl="6" indent="-330206">
              <a:spcBef>
                <a:spcPts val="0"/>
              </a:spcBef>
              <a:spcAft>
                <a:spcPts val="0"/>
              </a:spcAft>
              <a:buSzPts val="1600"/>
              <a:buChar char="●"/>
              <a:defRPr sz="1600"/>
            </a:lvl7pPr>
            <a:lvl8pPr marL="3657600" lvl="7" indent="-330206">
              <a:spcBef>
                <a:spcPts val="0"/>
              </a:spcBef>
              <a:spcAft>
                <a:spcPts val="0"/>
              </a:spcAft>
              <a:buSzPts val="1600"/>
              <a:buChar char="○"/>
              <a:defRPr sz="1600"/>
            </a:lvl8pPr>
            <a:lvl9pPr marL="4114800" lvl="8" indent="-330206">
              <a:spcBef>
                <a:spcPts val="0"/>
              </a:spcBef>
              <a:spcAft>
                <a:spcPts val="0"/>
              </a:spcAft>
              <a:buSzPts val="1600"/>
              <a:buChar char="■"/>
              <a:defRPr sz="1600"/>
            </a:lvl9pPr>
          </a:lstStyle>
          <a:p>
            <a:endParaRPr/>
          </a:p>
        </p:txBody>
      </p:sp>
      <p:sp>
        <p:nvSpPr>
          <p:cNvPr id="26" name="Google Shape;26;p5"/>
          <p:cNvSpPr txBox="1">
            <a:spLocks noGrp="1"/>
          </p:cNvSpPr>
          <p:nvPr>
            <p:ph type="body" idx="2"/>
          </p:nvPr>
        </p:nvSpPr>
        <p:spPr>
          <a:xfrm>
            <a:off x="6443834" y="1536633"/>
            <a:ext cx="5333700" cy="4555200"/>
          </a:xfrm>
          <a:prstGeom prst="rect">
            <a:avLst/>
          </a:prstGeom>
        </p:spPr>
        <p:txBody>
          <a:bodyPr spcFirstLastPara="1" wrap="square" lIns="121900" tIns="121900" rIns="121900" bIns="121900" anchor="t" anchorCtr="0">
            <a:normAutofit/>
          </a:bodyPr>
          <a:lstStyle>
            <a:lvl1pPr marL="457200" lvl="0" indent="-347141">
              <a:spcBef>
                <a:spcPts val="0"/>
              </a:spcBef>
              <a:spcAft>
                <a:spcPts val="0"/>
              </a:spcAft>
              <a:buSzPts val="1867"/>
              <a:buChar char="●"/>
              <a:defRPr sz="1866"/>
            </a:lvl1pPr>
            <a:lvl2pPr marL="914400" lvl="1" indent="-330206">
              <a:spcBef>
                <a:spcPts val="0"/>
              </a:spcBef>
              <a:spcAft>
                <a:spcPts val="0"/>
              </a:spcAft>
              <a:buSzPts val="1600"/>
              <a:buChar char="○"/>
              <a:defRPr sz="1600"/>
            </a:lvl2pPr>
            <a:lvl3pPr marL="1371600" lvl="2" indent="-330206">
              <a:spcBef>
                <a:spcPts val="0"/>
              </a:spcBef>
              <a:spcAft>
                <a:spcPts val="0"/>
              </a:spcAft>
              <a:buSzPts val="1600"/>
              <a:buChar char="■"/>
              <a:defRPr sz="1600"/>
            </a:lvl3pPr>
            <a:lvl4pPr marL="1828800" lvl="3" indent="-330206">
              <a:spcBef>
                <a:spcPts val="0"/>
              </a:spcBef>
              <a:spcAft>
                <a:spcPts val="0"/>
              </a:spcAft>
              <a:buSzPts val="1600"/>
              <a:buChar char="●"/>
              <a:defRPr sz="1600"/>
            </a:lvl4pPr>
            <a:lvl5pPr marL="2286000" lvl="4" indent="-330206">
              <a:spcBef>
                <a:spcPts val="0"/>
              </a:spcBef>
              <a:spcAft>
                <a:spcPts val="0"/>
              </a:spcAft>
              <a:buSzPts val="1600"/>
              <a:buChar char="○"/>
              <a:defRPr sz="1600"/>
            </a:lvl5pPr>
            <a:lvl6pPr marL="2743200" lvl="5" indent="-330206">
              <a:spcBef>
                <a:spcPts val="0"/>
              </a:spcBef>
              <a:spcAft>
                <a:spcPts val="0"/>
              </a:spcAft>
              <a:buSzPts val="1600"/>
              <a:buChar char="■"/>
              <a:defRPr sz="1600"/>
            </a:lvl6pPr>
            <a:lvl7pPr marL="3200400" lvl="6" indent="-330206">
              <a:spcBef>
                <a:spcPts val="0"/>
              </a:spcBef>
              <a:spcAft>
                <a:spcPts val="0"/>
              </a:spcAft>
              <a:buSzPts val="1600"/>
              <a:buChar char="●"/>
              <a:defRPr sz="1600"/>
            </a:lvl7pPr>
            <a:lvl8pPr marL="3657600" lvl="7" indent="-330206">
              <a:spcBef>
                <a:spcPts val="0"/>
              </a:spcBef>
              <a:spcAft>
                <a:spcPts val="0"/>
              </a:spcAft>
              <a:buSzPts val="1600"/>
              <a:buChar char="○"/>
              <a:defRPr sz="1600"/>
            </a:lvl8pPr>
            <a:lvl9pPr marL="4114800" lvl="8" indent="-330206">
              <a:spcBef>
                <a:spcPts val="0"/>
              </a:spcBef>
              <a:spcAft>
                <a:spcPts val="0"/>
              </a:spcAft>
              <a:buSzPts val="1600"/>
              <a:buChar char="■"/>
              <a:defRPr sz="1600"/>
            </a:lvl9pPr>
          </a:lstStyle>
          <a:p>
            <a:endParaRPr/>
          </a:p>
        </p:txBody>
      </p:sp>
      <p:sp>
        <p:nvSpPr>
          <p:cNvPr id="27" name="Google Shape;27;p5"/>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415641" y="593367"/>
            <a:ext cx="113619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34"/>
              <a:buNone/>
              <a:defRPr sz="3733"/>
            </a:lvl1pPr>
            <a:lvl2pPr lvl="1">
              <a:spcBef>
                <a:spcPts val="0"/>
              </a:spcBef>
              <a:spcAft>
                <a:spcPts val="0"/>
              </a:spcAft>
              <a:buSzPts val="3734"/>
              <a:buNone/>
              <a:defRPr sz="3733"/>
            </a:lvl2pPr>
            <a:lvl3pPr lvl="2">
              <a:spcBef>
                <a:spcPts val="0"/>
              </a:spcBef>
              <a:spcAft>
                <a:spcPts val="0"/>
              </a:spcAft>
              <a:buSzPts val="3734"/>
              <a:buNone/>
              <a:defRPr sz="3733"/>
            </a:lvl3pPr>
            <a:lvl4pPr lvl="3">
              <a:spcBef>
                <a:spcPts val="0"/>
              </a:spcBef>
              <a:spcAft>
                <a:spcPts val="0"/>
              </a:spcAft>
              <a:buSzPts val="3734"/>
              <a:buNone/>
              <a:defRPr sz="3733"/>
            </a:lvl4pPr>
            <a:lvl5pPr lvl="4">
              <a:spcBef>
                <a:spcPts val="0"/>
              </a:spcBef>
              <a:spcAft>
                <a:spcPts val="0"/>
              </a:spcAft>
              <a:buSzPts val="3734"/>
              <a:buNone/>
              <a:defRPr sz="3733"/>
            </a:lvl5pPr>
            <a:lvl6pPr lvl="5">
              <a:spcBef>
                <a:spcPts val="0"/>
              </a:spcBef>
              <a:spcAft>
                <a:spcPts val="0"/>
              </a:spcAft>
              <a:buSzPts val="3734"/>
              <a:buNone/>
              <a:defRPr sz="3733"/>
            </a:lvl6pPr>
            <a:lvl7pPr lvl="6">
              <a:spcBef>
                <a:spcPts val="0"/>
              </a:spcBef>
              <a:spcAft>
                <a:spcPts val="0"/>
              </a:spcAft>
              <a:buSzPts val="3734"/>
              <a:buNone/>
              <a:defRPr sz="3733"/>
            </a:lvl7pPr>
            <a:lvl8pPr lvl="7">
              <a:spcBef>
                <a:spcPts val="0"/>
              </a:spcBef>
              <a:spcAft>
                <a:spcPts val="0"/>
              </a:spcAft>
              <a:buSzPts val="3734"/>
              <a:buNone/>
              <a:defRPr sz="3733"/>
            </a:lvl8pPr>
            <a:lvl9pPr lvl="8">
              <a:spcBef>
                <a:spcPts val="0"/>
              </a:spcBef>
              <a:spcAft>
                <a:spcPts val="0"/>
              </a:spcAft>
              <a:buSzPts val="3734"/>
              <a:buNone/>
              <a:defRPr sz="3733"/>
            </a:lvl9pPr>
          </a:lstStyle>
          <a:p>
            <a:endParaRPr/>
          </a:p>
        </p:txBody>
      </p:sp>
      <p:sp>
        <p:nvSpPr>
          <p:cNvPr id="30" name="Google Shape;30;p6"/>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415641" y="740800"/>
            <a:ext cx="37443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3" name="Google Shape;33;p7"/>
          <p:cNvSpPr txBox="1">
            <a:spLocks noGrp="1"/>
          </p:cNvSpPr>
          <p:nvPr>
            <p:ph type="body" idx="1"/>
          </p:nvPr>
        </p:nvSpPr>
        <p:spPr>
          <a:xfrm>
            <a:off x="415641" y="1852800"/>
            <a:ext cx="3744300" cy="4239300"/>
          </a:xfrm>
          <a:prstGeom prst="rect">
            <a:avLst/>
          </a:prstGeom>
        </p:spPr>
        <p:txBody>
          <a:bodyPr spcFirstLastPara="1" wrap="square" lIns="121900" tIns="121900" rIns="121900" bIns="121900" anchor="t" anchorCtr="0">
            <a:normAutofit/>
          </a:bodyPr>
          <a:lstStyle>
            <a:lvl1pPr marL="457200" lvl="0" indent="-330206">
              <a:spcBef>
                <a:spcPts val="0"/>
              </a:spcBef>
              <a:spcAft>
                <a:spcPts val="0"/>
              </a:spcAft>
              <a:buSzPts val="1600"/>
              <a:buChar char="●"/>
              <a:defRPr sz="1600"/>
            </a:lvl1pPr>
            <a:lvl2pPr marL="914400" lvl="1" indent="-330206">
              <a:spcBef>
                <a:spcPts val="0"/>
              </a:spcBef>
              <a:spcAft>
                <a:spcPts val="0"/>
              </a:spcAft>
              <a:buSzPts val="1600"/>
              <a:buChar char="○"/>
              <a:defRPr sz="1600"/>
            </a:lvl2pPr>
            <a:lvl3pPr marL="1371600" lvl="2" indent="-330206">
              <a:spcBef>
                <a:spcPts val="0"/>
              </a:spcBef>
              <a:spcAft>
                <a:spcPts val="0"/>
              </a:spcAft>
              <a:buSzPts val="1600"/>
              <a:buChar char="■"/>
              <a:defRPr sz="1600"/>
            </a:lvl3pPr>
            <a:lvl4pPr marL="1828800" lvl="3" indent="-330206">
              <a:spcBef>
                <a:spcPts val="0"/>
              </a:spcBef>
              <a:spcAft>
                <a:spcPts val="0"/>
              </a:spcAft>
              <a:buSzPts val="1600"/>
              <a:buChar char="●"/>
              <a:defRPr sz="1600"/>
            </a:lvl4pPr>
            <a:lvl5pPr marL="2286000" lvl="4" indent="-330206">
              <a:spcBef>
                <a:spcPts val="0"/>
              </a:spcBef>
              <a:spcAft>
                <a:spcPts val="0"/>
              </a:spcAft>
              <a:buSzPts val="1600"/>
              <a:buChar char="○"/>
              <a:defRPr sz="1600"/>
            </a:lvl5pPr>
            <a:lvl6pPr marL="2743200" lvl="5" indent="-330206">
              <a:spcBef>
                <a:spcPts val="0"/>
              </a:spcBef>
              <a:spcAft>
                <a:spcPts val="0"/>
              </a:spcAft>
              <a:buSzPts val="1600"/>
              <a:buChar char="■"/>
              <a:defRPr sz="1600"/>
            </a:lvl6pPr>
            <a:lvl7pPr marL="3200400" lvl="6" indent="-330206">
              <a:spcBef>
                <a:spcPts val="0"/>
              </a:spcBef>
              <a:spcAft>
                <a:spcPts val="0"/>
              </a:spcAft>
              <a:buSzPts val="1600"/>
              <a:buChar char="●"/>
              <a:defRPr sz="1600"/>
            </a:lvl7pPr>
            <a:lvl8pPr marL="3657600" lvl="7" indent="-330206">
              <a:spcBef>
                <a:spcPts val="0"/>
              </a:spcBef>
              <a:spcAft>
                <a:spcPts val="0"/>
              </a:spcAft>
              <a:buSzPts val="1600"/>
              <a:buChar char="○"/>
              <a:defRPr sz="1600"/>
            </a:lvl8pPr>
            <a:lvl9pPr marL="4114800" lvl="8" indent="-330206">
              <a:spcBef>
                <a:spcPts val="0"/>
              </a:spcBef>
              <a:spcAft>
                <a:spcPts val="0"/>
              </a:spcAft>
              <a:buSzPts val="1600"/>
              <a:buChar char="■"/>
              <a:defRPr sz="1600"/>
            </a:lvl9pPr>
          </a:lstStyle>
          <a:p>
            <a:endParaRPr/>
          </a:p>
        </p:txBody>
      </p:sp>
      <p:sp>
        <p:nvSpPr>
          <p:cNvPr id="34" name="Google Shape;34;p7"/>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653731" y="600200"/>
            <a:ext cx="8491200" cy="5454300"/>
          </a:xfrm>
          <a:prstGeom prst="rect">
            <a:avLst/>
          </a:prstGeom>
        </p:spPr>
        <p:txBody>
          <a:bodyPr spcFirstLastPara="1" wrap="square" lIns="121900" tIns="121900" rIns="121900" bIns="121900" anchor="ctr" anchorCtr="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7" name="Google Shape;37;p8"/>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6096600" y="-167"/>
            <a:ext cx="60966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0" name="Google Shape;40;p9"/>
          <p:cNvSpPr txBox="1">
            <a:spLocks noGrp="1"/>
          </p:cNvSpPr>
          <p:nvPr>
            <p:ph type="title"/>
          </p:nvPr>
        </p:nvSpPr>
        <p:spPr>
          <a:xfrm>
            <a:off x="354035" y="1644233"/>
            <a:ext cx="5394000" cy="19764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41" name="Google Shape;41;p9"/>
          <p:cNvSpPr txBox="1">
            <a:spLocks noGrp="1"/>
          </p:cNvSpPr>
          <p:nvPr>
            <p:ph type="subTitle" idx="1"/>
          </p:nvPr>
        </p:nvSpPr>
        <p:spPr>
          <a:xfrm>
            <a:off x="354035" y="3737433"/>
            <a:ext cx="5394000" cy="16467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42" name="Google Shape;42;p9"/>
          <p:cNvSpPr txBox="1">
            <a:spLocks noGrp="1"/>
          </p:cNvSpPr>
          <p:nvPr>
            <p:ph type="body" idx="2"/>
          </p:nvPr>
        </p:nvSpPr>
        <p:spPr>
          <a:xfrm>
            <a:off x="6586648" y="965433"/>
            <a:ext cx="5116500" cy="4926900"/>
          </a:xfrm>
          <a:prstGeom prst="rect">
            <a:avLst/>
          </a:prstGeom>
        </p:spPr>
        <p:txBody>
          <a:bodyPr spcFirstLastPara="1" wrap="square" lIns="121900" tIns="121900" rIns="121900" bIns="121900" anchor="ctr" anchorCtr="0">
            <a:normAutofit/>
          </a:bodyPr>
          <a:lstStyle>
            <a:lvl1pPr marL="457200" lvl="0" indent="-381010">
              <a:spcBef>
                <a:spcPts val="0"/>
              </a:spcBef>
              <a:spcAft>
                <a:spcPts val="0"/>
              </a:spcAft>
              <a:buSzPts val="2400"/>
              <a:buChar char="●"/>
              <a:defRPr sz="2400"/>
            </a:lvl1pPr>
            <a:lvl2pPr marL="914400" lvl="1" indent="-347141">
              <a:spcBef>
                <a:spcPts val="0"/>
              </a:spcBef>
              <a:spcAft>
                <a:spcPts val="0"/>
              </a:spcAft>
              <a:buSzPts val="1867"/>
              <a:buChar char="○"/>
              <a:defRPr sz="1866"/>
            </a:lvl2pPr>
            <a:lvl3pPr marL="1371600" lvl="2" indent="-347141">
              <a:spcBef>
                <a:spcPts val="0"/>
              </a:spcBef>
              <a:spcAft>
                <a:spcPts val="0"/>
              </a:spcAft>
              <a:buSzPts val="1867"/>
              <a:buChar char="■"/>
              <a:defRPr sz="1866"/>
            </a:lvl3pPr>
            <a:lvl4pPr marL="1828800" lvl="3" indent="-347141">
              <a:spcBef>
                <a:spcPts val="0"/>
              </a:spcBef>
              <a:spcAft>
                <a:spcPts val="0"/>
              </a:spcAft>
              <a:buSzPts val="1867"/>
              <a:buChar char="●"/>
              <a:defRPr sz="1866"/>
            </a:lvl4pPr>
            <a:lvl5pPr marL="2286000" lvl="4" indent="-347141">
              <a:spcBef>
                <a:spcPts val="0"/>
              </a:spcBef>
              <a:spcAft>
                <a:spcPts val="0"/>
              </a:spcAft>
              <a:buSzPts val="1867"/>
              <a:buChar char="○"/>
              <a:defRPr sz="1866"/>
            </a:lvl5pPr>
            <a:lvl6pPr marL="2743200" lvl="5" indent="-347141">
              <a:spcBef>
                <a:spcPts val="0"/>
              </a:spcBef>
              <a:spcAft>
                <a:spcPts val="0"/>
              </a:spcAft>
              <a:buSzPts val="1867"/>
              <a:buChar char="■"/>
              <a:defRPr sz="1866"/>
            </a:lvl6pPr>
            <a:lvl7pPr marL="3200400" lvl="6" indent="-347141">
              <a:spcBef>
                <a:spcPts val="0"/>
              </a:spcBef>
              <a:spcAft>
                <a:spcPts val="0"/>
              </a:spcAft>
              <a:buSzPts val="1867"/>
              <a:buChar char="●"/>
              <a:defRPr sz="1866"/>
            </a:lvl7pPr>
            <a:lvl8pPr marL="3657600" lvl="7" indent="-347141">
              <a:spcBef>
                <a:spcPts val="0"/>
              </a:spcBef>
              <a:spcAft>
                <a:spcPts val="0"/>
              </a:spcAft>
              <a:buSzPts val="1867"/>
              <a:buChar char="○"/>
              <a:defRPr sz="1866"/>
            </a:lvl8pPr>
            <a:lvl9pPr marL="4114800" lvl="8" indent="-347141">
              <a:spcBef>
                <a:spcPts val="0"/>
              </a:spcBef>
              <a:spcAft>
                <a:spcPts val="0"/>
              </a:spcAft>
              <a:buSzPts val="1867"/>
              <a:buChar char="■"/>
              <a:defRPr sz="1866"/>
            </a:lvl9pPr>
          </a:lstStyle>
          <a:p>
            <a:endParaRPr/>
          </a:p>
        </p:txBody>
      </p:sp>
      <p:sp>
        <p:nvSpPr>
          <p:cNvPr id="43" name="Google Shape;43;p9"/>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4"/>
        <p:cNvGrpSpPr/>
        <p:nvPr/>
      </p:nvGrpSpPr>
      <p:grpSpPr>
        <a:xfrm>
          <a:off x="0" y="0"/>
          <a:ext cx="0" cy="0"/>
          <a:chOff x="0" y="0"/>
          <a:chExt cx="0" cy="0"/>
        </a:xfrm>
      </p:grpSpPr>
      <p:sp>
        <p:nvSpPr>
          <p:cNvPr id="45" name="Google Shape;45;p10"/>
          <p:cNvSpPr txBox="1">
            <a:spLocks noGrp="1"/>
          </p:cNvSpPr>
          <p:nvPr>
            <p:ph type="body" idx="1"/>
          </p:nvPr>
        </p:nvSpPr>
        <p:spPr>
          <a:xfrm>
            <a:off x="415641" y="5640767"/>
            <a:ext cx="7999200" cy="8067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None/>
              <a:defRPr sz="2400"/>
            </a:lvl1pPr>
          </a:lstStyle>
          <a:p>
            <a:endParaRPr/>
          </a:p>
        </p:txBody>
      </p:sp>
      <p:sp>
        <p:nvSpPr>
          <p:cNvPr id="46" name="Google Shape;46;p10"/>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7"/>
        <p:cNvGrpSpPr/>
        <p:nvPr/>
      </p:nvGrpSpPr>
      <p:grpSpPr>
        <a:xfrm>
          <a:off x="0" y="0"/>
          <a:ext cx="0" cy="0"/>
          <a:chOff x="0" y="0"/>
          <a:chExt cx="0" cy="0"/>
        </a:xfrm>
      </p:grpSpPr>
      <p:sp>
        <p:nvSpPr>
          <p:cNvPr id="48" name="Google Shape;48;p11"/>
          <p:cNvSpPr txBox="1">
            <a:spLocks noGrp="1"/>
          </p:cNvSpPr>
          <p:nvPr>
            <p:ph type="title" hasCustomPrompt="1"/>
          </p:nvPr>
        </p:nvSpPr>
        <p:spPr>
          <a:xfrm>
            <a:off x="415641" y="1474833"/>
            <a:ext cx="11361900" cy="26181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16001"/>
              <a:buNone/>
              <a:defRPr sz="16001"/>
            </a:lvl1pPr>
            <a:lvl2pPr lvl="1" algn="ctr">
              <a:spcBef>
                <a:spcPts val="0"/>
              </a:spcBef>
              <a:spcAft>
                <a:spcPts val="0"/>
              </a:spcAft>
              <a:buSzPts val="16001"/>
              <a:buNone/>
              <a:defRPr sz="16001"/>
            </a:lvl2pPr>
            <a:lvl3pPr lvl="2" algn="ctr">
              <a:spcBef>
                <a:spcPts val="0"/>
              </a:spcBef>
              <a:spcAft>
                <a:spcPts val="0"/>
              </a:spcAft>
              <a:buSzPts val="16001"/>
              <a:buNone/>
              <a:defRPr sz="16001"/>
            </a:lvl3pPr>
            <a:lvl4pPr lvl="3" algn="ctr">
              <a:spcBef>
                <a:spcPts val="0"/>
              </a:spcBef>
              <a:spcAft>
                <a:spcPts val="0"/>
              </a:spcAft>
              <a:buSzPts val="16001"/>
              <a:buNone/>
              <a:defRPr sz="16001"/>
            </a:lvl4pPr>
            <a:lvl5pPr lvl="4" algn="ctr">
              <a:spcBef>
                <a:spcPts val="0"/>
              </a:spcBef>
              <a:spcAft>
                <a:spcPts val="0"/>
              </a:spcAft>
              <a:buSzPts val="16001"/>
              <a:buNone/>
              <a:defRPr sz="16001"/>
            </a:lvl5pPr>
            <a:lvl6pPr lvl="5" algn="ctr">
              <a:spcBef>
                <a:spcPts val="0"/>
              </a:spcBef>
              <a:spcAft>
                <a:spcPts val="0"/>
              </a:spcAft>
              <a:buSzPts val="16001"/>
              <a:buNone/>
              <a:defRPr sz="16001"/>
            </a:lvl6pPr>
            <a:lvl7pPr lvl="6" algn="ctr">
              <a:spcBef>
                <a:spcPts val="0"/>
              </a:spcBef>
              <a:spcAft>
                <a:spcPts val="0"/>
              </a:spcAft>
              <a:buSzPts val="16001"/>
              <a:buNone/>
              <a:defRPr sz="16001"/>
            </a:lvl7pPr>
            <a:lvl8pPr lvl="7" algn="ctr">
              <a:spcBef>
                <a:spcPts val="0"/>
              </a:spcBef>
              <a:spcAft>
                <a:spcPts val="0"/>
              </a:spcAft>
              <a:buSzPts val="16001"/>
              <a:buNone/>
              <a:defRPr sz="16001"/>
            </a:lvl8pPr>
            <a:lvl9pPr lvl="8" algn="ctr">
              <a:spcBef>
                <a:spcPts val="0"/>
              </a:spcBef>
              <a:spcAft>
                <a:spcPts val="0"/>
              </a:spcAft>
              <a:buSzPts val="16001"/>
              <a:buNone/>
              <a:defRPr sz="16001"/>
            </a:lvl9pPr>
          </a:lstStyle>
          <a:p>
            <a:r>
              <a:t>xx%</a:t>
            </a:r>
          </a:p>
        </p:txBody>
      </p:sp>
      <p:sp>
        <p:nvSpPr>
          <p:cNvPr id="49" name="Google Shape;49;p11"/>
          <p:cNvSpPr txBox="1">
            <a:spLocks noGrp="1"/>
          </p:cNvSpPr>
          <p:nvPr>
            <p:ph type="body" idx="1"/>
          </p:nvPr>
        </p:nvSpPr>
        <p:spPr>
          <a:xfrm>
            <a:off x="415641" y="4202967"/>
            <a:ext cx="11361900" cy="1734300"/>
          </a:xfrm>
          <a:prstGeom prst="rect">
            <a:avLst/>
          </a:prstGeom>
        </p:spPr>
        <p:txBody>
          <a:bodyPr spcFirstLastPara="1" wrap="square" lIns="121900" tIns="121900" rIns="121900" bIns="121900" anchor="t" anchorCtr="0">
            <a:normAutofit/>
          </a:bodyPr>
          <a:lstStyle>
            <a:lvl1pPr marL="457200" lvl="0" indent="-381010" algn="ctr">
              <a:spcBef>
                <a:spcPts val="0"/>
              </a:spcBef>
              <a:spcAft>
                <a:spcPts val="0"/>
              </a:spcAft>
              <a:buSzPts val="2400"/>
              <a:buChar char="●"/>
              <a:defRPr sz="2400"/>
            </a:lvl1pPr>
            <a:lvl2pPr marL="914400" lvl="1" indent="-347141" algn="ctr">
              <a:spcBef>
                <a:spcPts val="0"/>
              </a:spcBef>
              <a:spcAft>
                <a:spcPts val="0"/>
              </a:spcAft>
              <a:buSzPts val="1867"/>
              <a:buChar char="○"/>
              <a:defRPr sz="1866"/>
            </a:lvl2pPr>
            <a:lvl3pPr marL="1371600" lvl="2" indent="-347141" algn="ctr">
              <a:spcBef>
                <a:spcPts val="0"/>
              </a:spcBef>
              <a:spcAft>
                <a:spcPts val="0"/>
              </a:spcAft>
              <a:buSzPts val="1867"/>
              <a:buChar char="■"/>
              <a:defRPr sz="1866"/>
            </a:lvl3pPr>
            <a:lvl4pPr marL="1828800" lvl="3" indent="-347141" algn="ctr">
              <a:spcBef>
                <a:spcPts val="0"/>
              </a:spcBef>
              <a:spcAft>
                <a:spcPts val="0"/>
              </a:spcAft>
              <a:buSzPts val="1867"/>
              <a:buChar char="●"/>
              <a:defRPr sz="1866"/>
            </a:lvl4pPr>
            <a:lvl5pPr marL="2286000" lvl="4" indent="-347141" algn="ctr">
              <a:spcBef>
                <a:spcPts val="0"/>
              </a:spcBef>
              <a:spcAft>
                <a:spcPts val="0"/>
              </a:spcAft>
              <a:buSzPts val="1867"/>
              <a:buChar char="○"/>
              <a:defRPr sz="1866"/>
            </a:lvl5pPr>
            <a:lvl6pPr marL="2743200" lvl="5" indent="-347141" algn="ctr">
              <a:spcBef>
                <a:spcPts val="0"/>
              </a:spcBef>
              <a:spcAft>
                <a:spcPts val="0"/>
              </a:spcAft>
              <a:buSzPts val="1867"/>
              <a:buChar char="■"/>
              <a:defRPr sz="1866"/>
            </a:lvl6pPr>
            <a:lvl7pPr marL="3200400" lvl="6" indent="-347141" algn="ctr">
              <a:spcBef>
                <a:spcPts val="0"/>
              </a:spcBef>
              <a:spcAft>
                <a:spcPts val="0"/>
              </a:spcAft>
              <a:buSzPts val="1867"/>
              <a:buChar char="●"/>
              <a:defRPr sz="1866"/>
            </a:lvl7pPr>
            <a:lvl8pPr marL="3657600" lvl="7" indent="-347141" algn="ctr">
              <a:spcBef>
                <a:spcPts val="0"/>
              </a:spcBef>
              <a:spcAft>
                <a:spcPts val="0"/>
              </a:spcAft>
              <a:buSzPts val="1867"/>
              <a:buChar char="○"/>
              <a:defRPr sz="1866"/>
            </a:lvl8pPr>
            <a:lvl9pPr marL="4114800" lvl="8" indent="-347141" algn="ctr">
              <a:spcBef>
                <a:spcPts val="0"/>
              </a:spcBef>
              <a:spcAft>
                <a:spcPts val="0"/>
              </a:spcAft>
              <a:buSzPts val="1867"/>
              <a:buChar char="■"/>
              <a:defRPr sz="1866"/>
            </a:lvl9pPr>
          </a:lstStyle>
          <a:p>
            <a:endParaRPr/>
          </a:p>
        </p:txBody>
      </p:sp>
      <p:sp>
        <p:nvSpPr>
          <p:cNvPr id="50" name="Google Shape;50;p11"/>
          <p:cNvSpPr txBox="1">
            <a:spLocks noGrp="1"/>
          </p:cNvSpPr>
          <p:nvPr>
            <p:ph type="sldNum" idx="12"/>
          </p:nvPr>
        </p:nvSpPr>
        <p:spPr>
          <a:xfrm>
            <a:off x="11297722" y="6217622"/>
            <a:ext cx="731700" cy="524700"/>
          </a:xfrm>
          <a:prstGeom prst="rect">
            <a:avLst/>
          </a:prstGeom>
        </p:spPr>
        <p:txBody>
          <a:bodyPr spcFirstLastPara="1" wrap="square" lIns="121900" tIns="121900" rIns="121900" bIns="121900" anchor="ctr" anchorCtr="0">
            <a:normAutofit/>
          </a:bodyPr>
          <a:lstStyle>
            <a:lvl1pPr lvl="0">
              <a:buNone/>
              <a:defRPr sz="1333"/>
            </a:lvl1pPr>
            <a:lvl2pPr lvl="1">
              <a:buNone/>
              <a:defRPr sz="1333"/>
            </a:lvl2pPr>
            <a:lvl3pPr lvl="2">
              <a:buNone/>
              <a:defRPr sz="1333"/>
            </a:lvl3pPr>
            <a:lvl4pPr lvl="3">
              <a:buNone/>
              <a:defRPr sz="1333"/>
            </a:lvl4pPr>
            <a:lvl5pPr lvl="4">
              <a:buNone/>
              <a:defRPr sz="1333"/>
            </a:lvl5pPr>
            <a:lvl6pPr lvl="5">
              <a:buNone/>
              <a:defRPr sz="1333"/>
            </a:lvl6pPr>
            <a:lvl7pPr lvl="6">
              <a:buNone/>
              <a:defRPr sz="1333"/>
            </a:lvl7pPr>
            <a:lvl8pPr lvl="7">
              <a:buNone/>
              <a:defRPr sz="1333"/>
            </a:lvl8pPr>
            <a:lvl9pPr lvl="8">
              <a:buNone/>
              <a:defRPr sz="1333"/>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Encabezado de sección 1">
  <p:cSld name="SECTION_HEADER_1">
    <p:spTree>
      <p:nvGrpSpPr>
        <p:cNvPr id="1" name="Shape 53"/>
        <p:cNvGrpSpPr/>
        <p:nvPr/>
      </p:nvGrpSpPr>
      <p:grpSpPr>
        <a:xfrm>
          <a:off x="0" y="0"/>
          <a:ext cx="0" cy="0"/>
          <a:chOff x="0" y="0"/>
          <a:chExt cx="0" cy="0"/>
        </a:xfrm>
      </p:grpSpPr>
      <p:sp>
        <p:nvSpPr>
          <p:cNvPr id="54" name="Google Shape;54;p13"/>
          <p:cNvSpPr/>
          <p:nvPr/>
        </p:nvSpPr>
        <p:spPr>
          <a:xfrm>
            <a:off x="0" y="1"/>
            <a:ext cx="12193200" cy="6858000"/>
          </a:xfrm>
          <a:prstGeom prst="rect">
            <a:avLst/>
          </a:prstGeom>
          <a:solidFill>
            <a:srgbClr val="0035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5" name="Google Shape;55;p13"/>
          <p:cNvSpPr txBox="1">
            <a:spLocks noGrp="1"/>
          </p:cNvSpPr>
          <p:nvPr>
            <p:ph type="title"/>
          </p:nvPr>
        </p:nvSpPr>
        <p:spPr>
          <a:xfrm>
            <a:off x="831932" y="1709738"/>
            <a:ext cx="105165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5400"/>
              <a:buFont typeface="Montserrat"/>
              <a:buNone/>
              <a:defRPr sz="5400">
                <a:solidFill>
                  <a:schemeClr val="lt1"/>
                </a:solidFill>
              </a:defRPr>
            </a:lvl1pPr>
            <a:lvl2pPr lvl="1">
              <a:spcBef>
                <a:spcPts val="0"/>
              </a:spcBef>
              <a:spcAft>
                <a:spcPts val="0"/>
              </a:spcAft>
              <a:buSzPts val="3734"/>
              <a:buNone/>
              <a:defRPr/>
            </a:lvl2pPr>
            <a:lvl3pPr lvl="2">
              <a:spcBef>
                <a:spcPts val="0"/>
              </a:spcBef>
              <a:spcAft>
                <a:spcPts val="0"/>
              </a:spcAft>
              <a:buSzPts val="3734"/>
              <a:buNone/>
              <a:defRPr/>
            </a:lvl3pPr>
            <a:lvl4pPr lvl="3">
              <a:spcBef>
                <a:spcPts val="0"/>
              </a:spcBef>
              <a:spcAft>
                <a:spcPts val="0"/>
              </a:spcAft>
              <a:buSzPts val="3734"/>
              <a:buNone/>
              <a:defRPr/>
            </a:lvl4pPr>
            <a:lvl5pPr lvl="4">
              <a:spcBef>
                <a:spcPts val="0"/>
              </a:spcBef>
              <a:spcAft>
                <a:spcPts val="0"/>
              </a:spcAft>
              <a:buSzPts val="3734"/>
              <a:buNone/>
              <a:defRPr/>
            </a:lvl5pPr>
            <a:lvl6pPr lvl="5">
              <a:spcBef>
                <a:spcPts val="0"/>
              </a:spcBef>
              <a:spcAft>
                <a:spcPts val="0"/>
              </a:spcAft>
              <a:buSzPts val="3734"/>
              <a:buNone/>
              <a:defRPr/>
            </a:lvl6pPr>
            <a:lvl7pPr lvl="6">
              <a:spcBef>
                <a:spcPts val="0"/>
              </a:spcBef>
              <a:spcAft>
                <a:spcPts val="0"/>
              </a:spcAft>
              <a:buSzPts val="3734"/>
              <a:buNone/>
              <a:defRPr/>
            </a:lvl7pPr>
            <a:lvl8pPr lvl="7">
              <a:spcBef>
                <a:spcPts val="0"/>
              </a:spcBef>
              <a:spcAft>
                <a:spcPts val="0"/>
              </a:spcAft>
              <a:buSzPts val="3734"/>
              <a:buNone/>
              <a:defRPr/>
            </a:lvl8pPr>
            <a:lvl9pPr lvl="8">
              <a:spcBef>
                <a:spcPts val="0"/>
              </a:spcBef>
              <a:spcAft>
                <a:spcPts val="0"/>
              </a:spcAft>
              <a:buSzPts val="3734"/>
              <a:buNone/>
              <a:defRPr/>
            </a:lvl9pPr>
          </a:lstStyle>
          <a:p>
            <a:endParaRPr/>
          </a:p>
        </p:txBody>
      </p:sp>
      <p:sp>
        <p:nvSpPr>
          <p:cNvPr id="56" name="Google Shape;56;p13"/>
          <p:cNvSpPr txBox="1">
            <a:spLocks noGrp="1"/>
          </p:cNvSpPr>
          <p:nvPr>
            <p:ph type="body" idx="1"/>
          </p:nvPr>
        </p:nvSpPr>
        <p:spPr>
          <a:xfrm>
            <a:off x="831932" y="4589463"/>
            <a:ext cx="105165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000"/>
              <a:buNone/>
              <a:defRPr sz="2000">
                <a:solidFill>
                  <a:srgbClr val="757575"/>
                </a:solidFill>
              </a:defRPr>
            </a:lvl1pPr>
            <a:lvl2pPr marL="914400" lvl="1" indent="-228600" algn="l">
              <a:lnSpc>
                <a:spcPct val="90000"/>
              </a:lnSpc>
              <a:spcBef>
                <a:spcPts val="1600"/>
              </a:spcBef>
              <a:spcAft>
                <a:spcPts val="0"/>
              </a:spcAft>
              <a:buClr>
                <a:srgbClr val="757575"/>
              </a:buClr>
              <a:buSzPts val="2000"/>
              <a:buNone/>
              <a:defRPr sz="2000">
                <a:solidFill>
                  <a:srgbClr val="757575"/>
                </a:solidFill>
              </a:defRPr>
            </a:lvl2pPr>
            <a:lvl3pPr marL="1371600" lvl="2" indent="-228600" algn="l">
              <a:lnSpc>
                <a:spcPct val="90000"/>
              </a:lnSpc>
              <a:spcBef>
                <a:spcPts val="1600"/>
              </a:spcBef>
              <a:spcAft>
                <a:spcPts val="0"/>
              </a:spcAft>
              <a:buClr>
                <a:srgbClr val="757575"/>
              </a:buClr>
              <a:buSzPts val="1800"/>
              <a:buNone/>
              <a:defRPr sz="1800">
                <a:solidFill>
                  <a:srgbClr val="757575"/>
                </a:solidFill>
              </a:defRPr>
            </a:lvl3pPr>
            <a:lvl4pPr marL="1828800" lvl="3" indent="-228600" algn="l">
              <a:lnSpc>
                <a:spcPct val="90000"/>
              </a:lnSpc>
              <a:spcBef>
                <a:spcPts val="1600"/>
              </a:spcBef>
              <a:spcAft>
                <a:spcPts val="0"/>
              </a:spcAft>
              <a:buClr>
                <a:srgbClr val="757575"/>
              </a:buClr>
              <a:buSzPts val="1600"/>
              <a:buNone/>
              <a:defRPr sz="1600">
                <a:solidFill>
                  <a:srgbClr val="757575"/>
                </a:solidFill>
              </a:defRPr>
            </a:lvl4pPr>
            <a:lvl5pPr marL="2286000" lvl="4" indent="-228600" algn="l">
              <a:lnSpc>
                <a:spcPct val="90000"/>
              </a:lnSpc>
              <a:spcBef>
                <a:spcPts val="1600"/>
              </a:spcBef>
              <a:spcAft>
                <a:spcPts val="0"/>
              </a:spcAft>
              <a:buClr>
                <a:srgbClr val="757575"/>
              </a:buClr>
              <a:buSzPts val="1600"/>
              <a:buNone/>
              <a:defRPr sz="1600">
                <a:solidFill>
                  <a:srgbClr val="757575"/>
                </a:solidFill>
              </a:defRPr>
            </a:lvl5pPr>
            <a:lvl6pPr marL="2743200" lvl="5" indent="-228600" algn="l">
              <a:lnSpc>
                <a:spcPct val="90000"/>
              </a:lnSpc>
              <a:spcBef>
                <a:spcPts val="1600"/>
              </a:spcBef>
              <a:spcAft>
                <a:spcPts val="0"/>
              </a:spcAft>
              <a:buClr>
                <a:srgbClr val="757575"/>
              </a:buClr>
              <a:buSzPts val="1600"/>
              <a:buNone/>
              <a:defRPr sz="1600">
                <a:solidFill>
                  <a:srgbClr val="757575"/>
                </a:solidFill>
              </a:defRPr>
            </a:lvl6pPr>
            <a:lvl7pPr marL="3200400" lvl="6" indent="-228600" algn="l">
              <a:lnSpc>
                <a:spcPct val="90000"/>
              </a:lnSpc>
              <a:spcBef>
                <a:spcPts val="1600"/>
              </a:spcBef>
              <a:spcAft>
                <a:spcPts val="0"/>
              </a:spcAft>
              <a:buClr>
                <a:srgbClr val="757575"/>
              </a:buClr>
              <a:buSzPts val="1600"/>
              <a:buNone/>
              <a:defRPr sz="1600">
                <a:solidFill>
                  <a:srgbClr val="757575"/>
                </a:solidFill>
              </a:defRPr>
            </a:lvl7pPr>
            <a:lvl8pPr marL="3657600" lvl="7" indent="-228600" algn="l">
              <a:lnSpc>
                <a:spcPct val="90000"/>
              </a:lnSpc>
              <a:spcBef>
                <a:spcPts val="1600"/>
              </a:spcBef>
              <a:spcAft>
                <a:spcPts val="0"/>
              </a:spcAft>
              <a:buClr>
                <a:srgbClr val="757575"/>
              </a:buClr>
              <a:buSzPts val="1600"/>
              <a:buNone/>
              <a:defRPr sz="1600">
                <a:solidFill>
                  <a:srgbClr val="757575"/>
                </a:solidFill>
              </a:defRPr>
            </a:lvl8pPr>
            <a:lvl9pPr marL="4114800" lvl="8" indent="-228600" algn="l">
              <a:lnSpc>
                <a:spcPct val="90000"/>
              </a:lnSpc>
              <a:spcBef>
                <a:spcPts val="1600"/>
              </a:spcBef>
              <a:spcAft>
                <a:spcPts val="1600"/>
              </a:spcAft>
              <a:buClr>
                <a:srgbClr val="757575"/>
              </a:buClr>
              <a:buSzPts val="1600"/>
              <a:buNone/>
              <a:defRPr sz="1600">
                <a:solidFill>
                  <a:srgbClr val="757575"/>
                </a:solidFill>
              </a:defRPr>
            </a:lvl9pPr>
          </a:lstStyle>
          <a:p>
            <a:endParaRPr/>
          </a:p>
        </p:txBody>
      </p:sp>
      <p:sp>
        <p:nvSpPr>
          <p:cNvPr id="57" name="Google Shape;57;p13"/>
          <p:cNvSpPr txBox="1">
            <a:spLocks noGrp="1"/>
          </p:cNvSpPr>
          <p:nvPr>
            <p:ph type="dt" idx="10"/>
          </p:nvPr>
        </p:nvSpPr>
        <p:spPr>
          <a:xfrm>
            <a:off x="838283" y="6356350"/>
            <a:ext cx="27435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13"/>
          <p:cNvSpPr txBox="1">
            <a:spLocks noGrp="1"/>
          </p:cNvSpPr>
          <p:nvPr>
            <p:ph type="ftr" idx="11"/>
          </p:nvPr>
        </p:nvSpPr>
        <p:spPr>
          <a:xfrm>
            <a:off x="4038997" y="6356350"/>
            <a:ext cx="41151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3"/>
          <p:cNvSpPr txBox="1">
            <a:spLocks noGrp="1"/>
          </p:cNvSpPr>
          <p:nvPr>
            <p:ph type="sldNum" idx="12"/>
          </p:nvPr>
        </p:nvSpPr>
        <p:spPr>
          <a:xfrm>
            <a:off x="8611448" y="6356350"/>
            <a:ext cx="2743500" cy="3651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olo el título 1">
  <p:cSld name="Solo el título">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838282" y="543378"/>
            <a:ext cx="10516500" cy="13257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003567"/>
              </a:buClr>
              <a:buSzPts val="4400"/>
              <a:buFont typeface="Montserrat"/>
              <a:buNone/>
              <a:defRPr/>
            </a:lvl1pPr>
            <a:lvl2pPr lvl="1">
              <a:spcBef>
                <a:spcPts val="0"/>
              </a:spcBef>
              <a:spcAft>
                <a:spcPts val="0"/>
              </a:spcAft>
              <a:buSzPts val="3734"/>
              <a:buNone/>
              <a:defRPr/>
            </a:lvl2pPr>
            <a:lvl3pPr lvl="2">
              <a:spcBef>
                <a:spcPts val="0"/>
              </a:spcBef>
              <a:spcAft>
                <a:spcPts val="0"/>
              </a:spcAft>
              <a:buSzPts val="3734"/>
              <a:buNone/>
              <a:defRPr/>
            </a:lvl3pPr>
            <a:lvl4pPr lvl="3">
              <a:spcBef>
                <a:spcPts val="0"/>
              </a:spcBef>
              <a:spcAft>
                <a:spcPts val="0"/>
              </a:spcAft>
              <a:buSzPts val="3734"/>
              <a:buNone/>
              <a:defRPr/>
            </a:lvl4pPr>
            <a:lvl5pPr lvl="4">
              <a:spcBef>
                <a:spcPts val="0"/>
              </a:spcBef>
              <a:spcAft>
                <a:spcPts val="0"/>
              </a:spcAft>
              <a:buSzPts val="3734"/>
              <a:buNone/>
              <a:defRPr/>
            </a:lvl5pPr>
            <a:lvl6pPr lvl="5">
              <a:spcBef>
                <a:spcPts val="0"/>
              </a:spcBef>
              <a:spcAft>
                <a:spcPts val="0"/>
              </a:spcAft>
              <a:buSzPts val="3734"/>
              <a:buNone/>
              <a:defRPr/>
            </a:lvl6pPr>
            <a:lvl7pPr lvl="6">
              <a:spcBef>
                <a:spcPts val="0"/>
              </a:spcBef>
              <a:spcAft>
                <a:spcPts val="0"/>
              </a:spcAft>
              <a:buSzPts val="3734"/>
              <a:buNone/>
              <a:defRPr/>
            </a:lvl7pPr>
            <a:lvl8pPr lvl="7">
              <a:spcBef>
                <a:spcPts val="0"/>
              </a:spcBef>
              <a:spcAft>
                <a:spcPts val="0"/>
              </a:spcAft>
              <a:buSzPts val="3734"/>
              <a:buNone/>
              <a:defRPr/>
            </a:lvl8pPr>
            <a:lvl9pPr lvl="8">
              <a:spcBef>
                <a:spcPts val="0"/>
              </a:spcBef>
              <a:spcAft>
                <a:spcPts val="0"/>
              </a:spcAft>
              <a:buSzPts val="3734"/>
              <a:buNone/>
              <a:defRPr/>
            </a:lvl9pPr>
          </a:lstStyle>
          <a:p>
            <a:endParaRPr/>
          </a:p>
        </p:txBody>
      </p:sp>
      <p:sp>
        <p:nvSpPr>
          <p:cNvPr id="62" name="Google Shape;62;p14"/>
          <p:cNvSpPr txBox="1">
            <a:spLocks noGrp="1"/>
          </p:cNvSpPr>
          <p:nvPr>
            <p:ph type="dt" idx="10"/>
          </p:nvPr>
        </p:nvSpPr>
        <p:spPr>
          <a:xfrm>
            <a:off x="838283" y="6356350"/>
            <a:ext cx="27435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4038997" y="6356350"/>
            <a:ext cx="41151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8611448" y="6356350"/>
            <a:ext cx="2743500" cy="3651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419"/>
              <a:t>‹Nº›</a:t>
            </a:fld>
            <a:endParaRPr/>
          </a:p>
        </p:txBody>
      </p:sp>
      <p:sp>
        <p:nvSpPr>
          <p:cNvPr id="65" name="Google Shape;65;p14"/>
          <p:cNvSpPr/>
          <p:nvPr/>
        </p:nvSpPr>
        <p:spPr>
          <a:xfrm rot="10800000">
            <a:off x="2667938" y="0"/>
            <a:ext cx="6858000" cy="515119"/>
          </a:xfrm>
          <a:custGeom>
            <a:avLst/>
            <a:gdLst/>
            <a:ahLst/>
            <a:cxnLst/>
            <a:rect l="l" t="t" r="r" b="b"/>
            <a:pathLst>
              <a:path w="6858000" h="515119" extrusionOk="0">
                <a:moveTo>
                  <a:pt x="423926" y="0"/>
                </a:moveTo>
                <a:lnTo>
                  <a:pt x="6434074" y="0"/>
                </a:lnTo>
                <a:cubicBezTo>
                  <a:pt x="6668202" y="0"/>
                  <a:pt x="6858000" y="189798"/>
                  <a:pt x="6858000" y="423926"/>
                </a:cubicBezTo>
                <a:lnTo>
                  <a:pt x="6858000" y="515119"/>
                </a:lnTo>
                <a:lnTo>
                  <a:pt x="0" y="515119"/>
                </a:lnTo>
                <a:lnTo>
                  <a:pt x="0" y="423926"/>
                </a:lnTo>
                <a:cubicBezTo>
                  <a:pt x="0" y="189798"/>
                  <a:pt x="189798" y="0"/>
                  <a:pt x="423926" y="0"/>
                </a:cubicBezTo>
                <a:close/>
              </a:path>
            </a:pathLst>
          </a:custGeom>
          <a:solidFill>
            <a:srgbClr val="0035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6" name="Google Shape;66;p14"/>
          <p:cNvSpPr/>
          <p:nvPr/>
        </p:nvSpPr>
        <p:spPr>
          <a:xfrm>
            <a:off x="4598624" y="6332714"/>
            <a:ext cx="2996100" cy="209400"/>
          </a:xfrm>
          <a:prstGeom prst="roundRect">
            <a:avLst>
              <a:gd name="adj" fmla="val 50000"/>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7" name="Google Shape;67;p14"/>
          <p:cNvSpPr txBox="1">
            <a:spLocks noGrp="1"/>
          </p:cNvSpPr>
          <p:nvPr>
            <p:ph type="body" idx="1"/>
          </p:nvPr>
        </p:nvSpPr>
        <p:spPr>
          <a:xfrm>
            <a:off x="838282" y="1825625"/>
            <a:ext cx="105165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160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838282" y="365125"/>
            <a:ext cx="105165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03567"/>
              </a:buClr>
              <a:buSzPts val="1800"/>
              <a:buNone/>
              <a:defRPr/>
            </a:lvl1pPr>
            <a:lvl2pPr lvl="1">
              <a:spcBef>
                <a:spcPts val="0"/>
              </a:spcBef>
              <a:spcAft>
                <a:spcPts val="0"/>
              </a:spcAft>
              <a:buSzPts val="3734"/>
              <a:buNone/>
              <a:defRPr/>
            </a:lvl2pPr>
            <a:lvl3pPr lvl="2">
              <a:spcBef>
                <a:spcPts val="0"/>
              </a:spcBef>
              <a:spcAft>
                <a:spcPts val="0"/>
              </a:spcAft>
              <a:buSzPts val="3734"/>
              <a:buNone/>
              <a:defRPr/>
            </a:lvl3pPr>
            <a:lvl4pPr lvl="3">
              <a:spcBef>
                <a:spcPts val="0"/>
              </a:spcBef>
              <a:spcAft>
                <a:spcPts val="0"/>
              </a:spcAft>
              <a:buSzPts val="3734"/>
              <a:buNone/>
              <a:defRPr/>
            </a:lvl4pPr>
            <a:lvl5pPr lvl="4">
              <a:spcBef>
                <a:spcPts val="0"/>
              </a:spcBef>
              <a:spcAft>
                <a:spcPts val="0"/>
              </a:spcAft>
              <a:buSzPts val="3734"/>
              <a:buNone/>
              <a:defRPr/>
            </a:lvl5pPr>
            <a:lvl6pPr lvl="5">
              <a:spcBef>
                <a:spcPts val="0"/>
              </a:spcBef>
              <a:spcAft>
                <a:spcPts val="0"/>
              </a:spcAft>
              <a:buSzPts val="3734"/>
              <a:buNone/>
              <a:defRPr/>
            </a:lvl6pPr>
            <a:lvl7pPr lvl="6">
              <a:spcBef>
                <a:spcPts val="0"/>
              </a:spcBef>
              <a:spcAft>
                <a:spcPts val="0"/>
              </a:spcAft>
              <a:buSzPts val="3734"/>
              <a:buNone/>
              <a:defRPr/>
            </a:lvl7pPr>
            <a:lvl8pPr lvl="7">
              <a:spcBef>
                <a:spcPts val="0"/>
              </a:spcBef>
              <a:spcAft>
                <a:spcPts val="0"/>
              </a:spcAft>
              <a:buSzPts val="3734"/>
              <a:buNone/>
              <a:defRPr/>
            </a:lvl8pPr>
            <a:lvl9pPr lvl="8">
              <a:spcBef>
                <a:spcPts val="0"/>
              </a:spcBef>
              <a:spcAft>
                <a:spcPts val="0"/>
              </a:spcAft>
              <a:buSzPts val="3734"/>
              <a:buNone/>
              <a:defRPr/>
            </a:lvl9pPr>
          </a:lstStyle>
          <a:p>
            <a:endParaRPr/>
          </a:p>
        </p:txBody>
      </p:sp>
      <p:sp>
        <p:nvSpPr>
          <p:cNvPr id="70" name="Google Shape;70;p15"/>
          <p:cNvSpPr txBox="1">
            <a:spLocks noGrp="1"/>
          </p:cNvSpPr>
          <p:nvPr>
            <p:ph type="body" idx="1"/>
          </p:nvPr>
        </p:nvSpPr>
        <p:spPr>
          <a:xfrm>
            <a:off x="838282" y="1825625"/>
            <a:ext cx="105165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1600"/>
              </a:spcBef>
              <a:spcAft>
                <a:spcPts val="0"/>
              </a:spcAft>
              <a:buClr>
                <a:schemeClr val="dk1"/>
              </a:buClr>
              <a:buSzPts val="1800"/>
              <a:buChar char="○"/>
              <a:defRPr/>
            </a:lvl2pPr>
            <a:lvl3pPr marL="1371600" lvl="2" indent="-342900" algn="l">
              <a:lnSpc>
                <a:spcPct val="90000"/>
              </a:lnSpc>
              <a:spcBef>
                <a:spcPts val="1600"/>
              </a:spcBef>
              <a:spcAft>
                <a:spcPts val="0"/>
              </a:spcAft>
              <a:buClr>
                <a:schemeClr val="dk1"/>
              </a:buClr>
              <a:buSzPts val="1800"/>
              <a:buChar char="■"/>
              <a:defRPr/>
            </a:lvl3pPr>
            <a:lvl4pPr marL="1828800" lvl="3" indent="-342900" algn="l">
              <a:lnSpc>
                <a:spcPct val="90000"/>
              </a:lnSpc>
              <a:spcBef>
                <a:spcPts val="1600"/>
              </a:spcBef>
              <a:spcAft>
                <a:spcPts val="0"/>
              </a:spcAft>
              <a:buClr>
                <a:schemeClr val="dk1"/>
              </a:buClr>
              <a:buSzPts val="1800"/>
              <a:buChar char="●"/>
              <a:defRPr/>
            </a:lvl4pPr>
            <a:lvl5pPr marL="2286000" lvl="4" indent="-342900" algn="l">
              <a:lnSpc>
                <a:spcPct val="90000"/>
              </a:lnSpc>
              <a:spcBef>
                <a:spcPts val="1600"/>
              </a:spcBef>
              <a:spcAft>
                <a:spcPts val="0"/>
              </a:spcAft>
              <a:buClr>
                <a:schemeClr val="dk1"/>
              </a:buClr>
              <a:buSzPts val="1800"/>
              <a:buChar char="○"/>
              <a:defRPr/>
            </a:lvl5pPr>
            <a:lvl6pPr marL="2743200" lvl="5" indent="-342900" algn="l">
              <a:lnSpc>
                <a:spcPct val="90000"/>
              </a:lnSpc>
              <a:spcBef>
                <a:spcPts val="1600"/>
              </a:spcBef>
              <a:spcAft>
                <a:spcPts val="0"/>
              </a:spcAft>
              <a:buClr>
                <a:schemeClr val="dk1"/>
              </a:buClr>
              <a:buSzPts val="1800"/>
              <a:buChar char="■"/>
              <a:defRPr/>
            </a:lvl6pPr>
            <a:lvl7pPr marL="3200400" lvl="6" indent="-342900" algn="l">
              <a:lnSpc>
                <a:spcPct val="90000"/>
              </a:lnSpc>
              <a:spcBef>
                <a:spcPts val="1600"/>
              </a:spcBef>
              <a:spcAft>
                <a:spcPts val="0"/>
              </a:spcAft>
              <a:buClr>
                <a:schemeClr val="dk1"/>
              </a:buClr>
              <a:buSzPts val="1800"/>
              <a:buChar char="●"/>
              <a:defRPr/>
            </a:lvl7pPr>
            <a:lvl8pPr marL="3657600" lvl="7" indent="-342900" algn="l">
              <a:lnSpc>
                <a:spcPct val="90000"/>
              </a:lnSpc>
              <a:spcBef>
                <a:spcPts val="1600"/>
              </a:spcBef>
              <a:spcAft>
                <a:spcPts val="0"/>
              </a:spcAft>
              <a:buClr>
                <a:schemeClr val="dk1"/>
              </a:buClr>
              <a:buSzPts val="1800"/>
              <a:buChar char="○"/>
              <a:defRPr/>
            </a:lvl8pPr>
            <a:lvl9pPr marL="4114800" lvl="8" indent="-342900" algn="l">
              <a:lnSpc>
                <a:spcPct val="90000"/>
              </a:lnSpc>
              <a:spcBef>
                <a:spcPts val="1600"/>
              </a:spcBef>
              <a:spcAft>
                <a:spcPts val="1600"/>
              </a:spcAft>
              <a:buClr>
                <a:schemeClr val="dk1"/>
              </a:buClr>
              <a:buSzPts val="1800"/>
              <a:buChar char="■"/>
              <a:defRPr/>
            </a:lvl9pPr>
          </a:lstStyle>
          <a:p>
            <a:endParaRPr/>
          </a:p>
        </p:txBody>
      </p:sp>
      <p:sp>
        <p:nvSpPr>
          <p:cNvPr id="71" name="Google Shape;71;p15"/>
          <p:cNvSpPr txBox="1">
            <a:spLocks noGrp="1"/>
          </p:cNvSpPr>
          <p:nvPr>
            <p:ph type="dt" idx="10"/>
          </p:nvPr>
        </p:nvSpPr>
        <p:spPr>
          <a:xfrm>
            <a:off x="838283" y="6356350"/>
            <a:ext cx="27435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5"/>
          <p:cNvSpPr txBox="1">
            <a:spLocks noGrp="1"/>
          </p:cNvSpPr>
          <p:nvPr>
            <p:ph type="ftr" idx="11"/>
          </p:nvPr>
        </p:nvSpPr>
        <p:spPr>
          <a:xfrm>
            <a:off x="4038997" y="6356350"/>
            <a:ext cx="41151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5"/>
          <p:cNvSpPr txBox="1">
            <a:spLocks noGrp="1"/>
          </p:cNvSpPr>
          <p:nvPr>
            <p:ph type="sldNum" idx="12"/>
          </p:nvPr>
        </p:nvSpPr>
        <p:spPr>
          <a:xfrm>
            <a:off x="8611448" y="6356350"/>
            <a:ext cx="2743500" cy="3651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419"/>
              <a:t>‹Nº›</a:t>
            </a:fld>
            <a:endParaRPr/>
          </a:p>
        </p:txBody>
      </p:sp>
      <p:sp>
        <p:nvSpPr>
          <p:cNvPr id="74" name="Google Shape;74;p15"/>
          <p:cNvSpPr/>
          <p:nvPr/>
        </p:nvSpPr>
        <p:spPr>
          <a:xfrm>
            <a:off x="11804280" y="0"/>
            <a:ext cx="388883" cy="1980910"/>
          </a:xfrm>
          <a:custGeom>
            <a:avLst/>
            <a:gdLst/>
            <a:ahLst/>
            <a:cxnLst/>
            <a:rect l="l" t="t" r="r" b="b"/>
            <a:pathLst>
              <a:path w="388883" h="1980910" extrusionOk="0">
                <a:moveTo>
                  <a:pt x="0" y="0"/>
                </a:moveTo>
                <a:lnTo>
                  <a:pt x="388883" y="0"/>
                </a:lnTo>
                <a:lnTo>
                  <a:pt x="388883" y="1980910"/>
                </a:lnTo>
                <a:lnTo>
                  <a:pt x="338490" y="1975830"/>
                </a:lnTo>
                <a:cubicBezTo>
                  <a:pt x="145314" y="1936301"/>
                  <a:pt x="0" y="1765379"/>
                  <a:pt x="0" y="1560517"/>
                </a:cubicBezTo>
                <a:close/>
              </a:path>
            </a:pathLst>
          </a:cu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5" name="Google Shape;75;p15"/>
          <p:cNvSpPr/>
          <p:nvPr/>
        </p:nvSpPr>
        <p:spPr>
          <a:xfrm>
            <a:off x="2667263" y="6342881"/>
            <a:ext cx="6858000" cy="515119"/>
          </a:xfrm>
          <a:custGeom>
            <a:avLst/>
            <a:gdLst/>
            <a:ahLst/>
            <a:cxnLst/>
            <a:rect l="l" t="t" r="r" b="b"/>
            <a:pathLst>
              <a:path w="6858000" h="515119" extrusionOk="0">
                <a:moveTo>
                  <a:pt x="423926" y="0"/>
                </a:moveTo>
                <a:lnTo>
                  <a:pt x="6434074" y="0"/>
                </a:lnTo>
                <a:cubicBezTo>
                  <a:pt x="6668202" y="0"/>
                  <a:pt x="6858000" y="189798"/>
                  <a:pt x="6858000" y="423926"/>
                </a:cubicBezTo>
                <a:lnTo>
                  <a:pt x="6858000" y="515119"/>
                </a:lnTo>
                <a:lnTo>
                  <a:pt x="0" y="515119"/>
                </a:lnTo>
                <a:lnTo>
                  <a:pt x="0" y="423926"/>
                </a:lnTo>
                <a:cubicBezTo>
                  <a:pt x="0" y="189798"/>
                  <a:pt x="189798" y="0"/>
                  <a:pt x="423926" y="0"/>
                </a:cubicBezTo>
                <a:close/>
              </a:path>
            </a:pathLst>
          </a:custGeom>
          <a:solidFill>
            <a:srgbClr val="0035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Solo el título">
  <p:cSld name="1_Solo el título">
    <p:spTree>
      <p:nvGrpSpPr>
        <p:cNvPr id="1" name="Shape 76"/>
        <p:cNvGrpSpPr/>
        <p:nvPr/>
      </p:nvGrpSpPr>
      <p:grpSpPr>
        <a:xfrm>
          <a:off x="0" y="0"/>
          <a:ext cx="0" cy="0"/>
          <a:chOff x="0" y="0"/>
          <a:chExt cx="0" cy="0"/>
        </a:xfrm>
      </p:grpSpPr>
      <p:sp>
        <p:nvSpPr>
          <p:cNvPr id="77" name="Google Shape;77;p16"/>
          <p:cNvSpPr/>
          <p:nvPr/>
        </p:nvSpPr>
        <p:spPr>
          <a:xfrm>
            <a:off x="0" y="1"/>
            <a:ext cx="12193200" cy="6858000"/>
          </a:xfrm>
          <a:prstGeom prst="rect">
            <a:avLst/>
          </a:prstGeom>
          <a:solidFill>
            <a:srgbClr val="00356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41" y="593367"/>
            <a:ext cx="113619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rgbClr val="351C75"/>
              </a:buClr>
              <a:buSzPts val="3434"/>
              <a:buFont typeface="Montserrat"/>
              <a:buNone/>
              <a:defRPr sz="3433" b="1">
                <a:solidFill>
                  <a:srgbClr val="351C75"/>
                </a:solidFill>
                <a:latin typeface="Montserrat"/>
                <a:ea typeface="Montserrat"/>
                <a:cs typeface="Montserrat"/>
                <a:sym typeface="Montserrat"/>
              </a:defRPr>
            </a:lvl1pPr>
            <a:lvl2pPr lvl="1">
              <a:spcBef>
                <a:spcPts val="0"/>
              </a:spcBef>
              <a:spcAft>
                <a:spcPts val="0"/>
              </a:spcAft>
              <a:buClr>
                <a:schemeClr val="dk1"/>
              </a:buClr>
              <a:buSzPts val="3734"/>
              <a:buNone/>
              <a:defRPr sz="3733">
                <a:solidFill>
                  <a:schemeClr val="dk1"/>
                </a:solidFill>
              </a:defRPr>
            </a:lvl2pPr>
            <a:lvl3pPr lvl="2">
              <a:spcBef>
                <a:spcPts val="0"/>
              </a:spcBef>
              <a:spcAft>
                <a:spcPts val="0"/>
              </a:spcAft>
              <a:buClr>
                <a:schemeClr val="dk1"/>
              </a:buClr>
              <a:buSzPts val="3734"/>
              <a:buNone/>
              <a:defRPr sz="3733">
                <a:solidFill>
                  <a:schemeClr val="dk1"/>
                </a:solidFill>
              </a:defRPr>
            </a:lvl3pPr>
            <a:lvl4pPr lvl="3">
              <a:spcBef>
                <a:spcPts val="0"/>
              </a:spcBef>
              <a:spcAft>
                <a:spcPts val="0"/>
              </a:spcAft>
              <a:buClr>
                <a:schemeClr val="dk1"/>
              </a:buClr>
              <a:buSzPts val="3734"/>
              <a:buNone/>
              <a:defRPr sz="3733">
                <a:solidFill>
                  <a:schemeClr val="dk1"/>
                </a:solidFill>
              </a:defRPr>
            </a:lvl4pPr>
            <a:lvl5pPr lvl="4">
              <a:spcBef>
                <a:spcPts val="0"/>
              </a:spcBef>
              <a:spcAft>
                <a:spcPts val="0"/>
              </a:spcAft>
              <a:buClr>
                <a:schemeClr val="dk1"/>
              </a:buClr>
              <a:buSzPts val="3734"/>
              <a:buNone/>
              <a:defRPr sz="3733">
                <a:solidFill>
                  <a:schemeClr val="dk1"/>
                </a:solidFill>
              </a:defRPr>
            </a:lvl5pPr>
            <a:lvl6pPr lvl="5">
              <a:spcBef>
                <a:spcPts val="0"/>
              </a:spcBef>
              <a:spcAft>
                <a:spcPts val="0"/>
              </a:spcAft>
              <a:buClr>
                <a:schemeClr val="dk1"/>
              </a:buClr>
              <a:buSzPts val="3734"/>
              <a:buNone/>
              <a:defRPr sz="3733">
                <a:solidFill>
                  <a:schemeClr val="dk1"/>
                </a:solidFill>
              </a:defRPr>
            </a:lvl6pPr>
            <a:lvl7pPr lvl="6">
              <a:spcBef>
                <a:spcPts val="0"/>
              </a:spcBef>
              <a:spcAft>
                <a:spcPts val="0"/>
              </a:spcAft>
              <a:buClr>
                <a:schemeClr val="dk1"/>
              </a:buClr>
              <a:buSzPts val="3734"/>
              <a:buNone/>
              <a:defRPr sz="3733">
                <a:solidFill>
                  <a:schemeClr val="dk1"/>
                </a:solidFill>
              </a:defRPr>
            </a:lvl7pPr>
            <a:lvl8pPr lvl="7">
              <a:spcBef>
                <a:spcPts val="0"/>
              </a:spcBef>
              <a:spcAft>
                <a:spcPts val="0"/>
              </a:spcAft>
              <a:buClr>
                <a:schemeClr val="dk1"/>
              </a:buClr>
              <a:buSzPts val="3734"/>
              <a:buNone/>
              <a:defRPr sz="3733">
                <a:solidFill>
                  <a:schemeClr val="dk1"/>
                </a:solidFill>
              </a:defRPr>
            </a:lvl8pPr>
            <a:lvl9pPr lvl="8">
              <a:spcBef>
                <a:spcPts val="0"/>
              </a:spcBef>
              <a:spcAft>
                <a:spcPts val="0"/>
              </a:spcAft>
              <a:buClr>
                <a:schemeClr val="dk1"/>
              </a:buClr>
              <a:buSzPts val="3734"/>
              <a:buNone/>
              <a:defRPr sz="3733">
                <a:solidFill>
                  <a:schemeClr val="dk1"/>
                </a:solidFill>
              </a:defRPr>
            </a:lvl9pPr>
          </a:lstStyle>
          <a:p>
            <a:endParaRPr/>
          </a:p>
        </p:txBody>
      </p:sp>
      <p:sp>
        <p:nvSpPr>
          <p:cNvPr id="7" name="Google Shape;7;p1"/>
          <p:cNvSpPr txBox="1">
            <a:spLocks noGrp="1"/>
          </p:cNvSpPr>
          <p:nvPr>
            <p:ph type="body" idx="1"/>
          </p:nvPr>
        </p:nvSpPr>
        <p:spPr>
          <a:xfrm>
            <a:off x="415641" y="1536633"/>
            <a:ext cx="11361900" cy="4555200"/>
          </a:xfrm>
          <a:prstGeom prst="rect">
            <a:avLst/>
          </a:prstGeom>
          <a:noFill/>
          <a:ln>
            <a:noFill/>
          </a:ln>
        </p:spPr>
        <p:txBody>
          <a:bodyPr spcFirstLastPara="1" wrap="square" lIns="121900" tIns="121900" rIns="121900" bIns="121900" anchor="t" anchorCtr="0">
            <a:normAutofit/>
          </a:bodyPr>
          <a:lstStyle>
            <a:lvl1pPr marL="457200" lvl="0" indent="-381010">
              <a:lnSpc>
                <a:spcPct val="115000"/>
              </a:lnSpc>
              <a:spcBef>
                <a:spcPts val="0"/>
              </a:spcBef>
              <a:spcAft>
                <a:spcPts val="0"/>
              </a:spcAft>
              <a:buClr>
                <a:schemeClr val="dk2"/>
              </a:buClr>
              <a:buSzPts val="2400"/>
              <a:buFont typeface="Avenir"/>
              <a:buChar char="●"/>
              <a:defRPr sz="2400">
                <a:solidFill>
                  <a:schemeClr val="dk2"/>
                </a:solidFill>
                <a:latin typeface="Avenir"/>
                <a:ea typeface="Avenir"/>
                <a:cs typeface="Avenir"/>
                <a:sym typeface="Avenir"/>
              </a:defRPr>
            </a:lvl1pPr>
            <a:lvl2pPr marL="914400" lvl="1"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2pPr>
            <a:lvl3pPr marL="1371600" lvl="2"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3pPr>
            <a:lvl4pPr marL="1828800" lvl="3"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4pPr>
            <a:lvl5pPr marL="2286000" lvl="4"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5pPr>
            <a:lvl6pPr marL="2743200" lvl="5"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6pPr>
            <a:lvl7pPr marL="3200400" lvl="6"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7pPr>
            <a:lvl8pPr marL="3657600" lvl="7"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8pPr>
            <a:lvl9pPr marL="4114800" lvl="8" indent="-347141">
              <a:lnSpc>
                <a:spcPct val="115000"/>
              </a:lnSpc>
              <a:spcBef>
                <a:spcPts val="0"/>
              </a:spcBef>
              <a:spcAft>
                <a:spcPts val="0"/>
              </a:spcAft>
              <a:buClr>
                <a:schemeClr val="dk2"/>
              </a:buClr>
              <a:buSzPts val="1867"/>
              <a:buFont typeface="Avenir"/>
              <a:buChar char="■"/>
              <a:defRPr sz="1866">
                <a:solidFill>
                  <a:schemeClr val="dk2"/>
                </a:solidFill>
                <a:latin typeface="Avenir"/>
                <a:ea typeface="Avenir"/>
                <a:cs typeface="Avenir"/>
                <a:sym typeface="Avenir"/>
              </a:defRPr>
            </a:lvl9pPr>
          </a:lstStyle>
          <a:p>
            <a:endParaRPr/>
          </a:p>
        </p:txBody>
      </p:sp>
      <p:sp>
        <p:nvSpPr>
          <p:cNvPr id="8" name="Google Shape;8;p1"/>
          <p:cNvSpPr txBox="1">
            <a:spLocks noGrp="1"/>
          </p:cNvSpPr>
          <p:nvPr>
            <p:ph type="sldNum" idx="12"/>
          </p:nvPr>
        </p:nvSpPr>
        <p:spPr>
          <a:xfrm>
            <a:off x="11297722"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p:nvPr/>
        </p:nvSpPr>
        <p:spPr>
          <a:xfrm>
            <a:off x="1802287" y="5814737"/>
            <a:ext cx="42942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s-419" sz="1600" b="1" strike="noStrike" dirty="0">
                <a:solidFill>
                  <a:srgbClr val="003567"/>
                </a:solidFill>
                <a:latin typeface="Avenir"/>
                <a:ea typeface="Avenir"/>
                <a:cs typeface="Avenir"/>
                <a:sym typeface="Avenir"/>
              </a:rPr>
              <a:t>EP </a:t>
            </a:r>
            <a:r>
              <a:rPr lang="es-419" sz="1600" b="1" dirty="0">
                <a:solidFill>
                  <a:srgbClr val="003567"/>
                </a:solidFill>
                <a:latin typeface="Avenir"/>
                <a:ea typeface="Avenir"/>
                <a:cs typeface="Avenir"/>
                <a:sym typeface="Avenir"/>
              </a:rPr>
              <a:t>INGENIERÍA</a:t>
            </a:r>
            <a:r>
              <a:rPr lang="es-419" sz="1600" b="1" strike="noStrike" dirty="0">
                <a:solidFill>
                  <a:srgbClr val="003567"/>
                </a:solidFill>
                <a:latin typeface="Avenir"/>
                <a:ea typeface="Avenir"/>
                <a:cs typeface="Avenir"/>
                <a:sym typeface="Avenir"/>
              </a:rPr>
              <a:t> </a:t>
            </a:r>
            <a:r>
              <a:rPr lang="es-419" sz="1600" b="1" dirty="0">
                <a:solidFill>
                  <a:srgbClr val="003567"/>
                </a:solidFill>
                <a:latin typeface="Avenir"/>
                <a:ea typeface="Avenir"/>
                <a:cs typeface="Avenir"/>
                <a:sym typeface="Avenir"/>
              </a:rPr>
              <a:t>DE SISTEMAS</a:t>
            </a:r>
            <a:endParaRPr sz="1600" b="1" strike="noStrike" dirty="0">
              <a:solidFill>
                <a:srgbClr val="003567"/>
              </a:solidFill>
              <a:latin typeface="Avenir"/>
              <a:ea typeface="Avenir"/>
              <a:cs typeface="Avenir"/>
              <a:sym typeface="Avenir"/>
            </a:endParaRPr>
          </a:p>
        </p:txBody>
      </p:sp>
      <p:sp>
        <p:nvSpPr>
          <p:cNvPr id="112" name="Google Shape;112;p20"/>
          <p:cNvSpPr/>
          <p:nvPr/>
        </p:nvSpPr>
        <p:spPr>
          <a:xfrm>
            <a:off x="7664910" y="5923510"/>
            <a:ext cx="311400" cy="3114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13" name="Google Shape;113;p20"/>
          <p:cNvSpPr txBox="1"/>
          <p:nvPr/>
        </p:nvSpPr>
        <p:spPr>
          <a:xfrm>
            <a:off x="7976251" y="5918472"/>
            <a:ext cx="2619900"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419" sz="1600" b="1" dirty="0">
                <a:solidFill>
                  <a:srgbClr val="003567"/>
                </a:solidFill>
                <a:latin typeface="Avenir"/>
                <a:sym typeface="Avenir"/>
              </a:rPr>
              <a:t>MG. NÉLIDA HUAMÁN PACO</a:t>
            </a:r>
            <a:endParaRPr dirty="0"/>
          </a:p>
        </p:txBody>
      </p:sp>
      <p:sp>
        <p:nvSpPr>
          <p:cNvPr id="114" name="Google Shape;114;p20"/>
          <p:cNvSpPr txBox="1">
            <a:spLocks noGrp="1"/>
          </p:cNvSpPr>
          <p:nvPr>
            <p:ph type="ctrTitle"/>
          </p:nvPr>
        </p:nvSpPr>
        <p:spPr>
          <a:xfrm>
            <a:off x="857250" y="2250827"/>
            <a:ext cx="10868025" cy="2942053"/>
          </a:xfrm>
          <a:prstGeom prst="rect">
            <a:avLst/>
          </a:prstGeom>
          <a:noFill/>
          <a:ln>
            <a:noFill/>
          </a:ln>
        </p:spPr>
        <p:txBody>
          <a:bodyPr spcFirstLastPara="1" wrap="square" lIns="91425" tIns="45700" rIns="91425" bIns="45700" anchor="b" anchorCtr="0">
            <a:noAutofit/>
          </a:bodyPr>
          <a:lstStyle/>
          <a:p>
            <a:pPr>
              <a:buClr>
                <a:schemeClr val="dk1"/>
              </a:buClr>
              <a:buSzPts val="2800"/>
            </a:pPr>
            <a:r>
              <a:rPr lang="es-ES" sz="6000" dirty="0">
                <a:solidFill>
                  <a:srgbClr val="003567"/>
                </a:solidFill>
              </a:rPr>
              <a:t>Descubrimiento </a:t>
            </a:r>
            <a:br>
              <a:rPr lang="es-ES" sz="6000" dirty="0">
                <a:solidFill>
                  <a:srgbClr val="003567"/>
                </a:solidFill>
              </a:rPr>
            </a:br>
            <a:r>
              <a:rPr lang="es-ES" sz="6000" dirty="0">
                <a:solidFill>
                  <a:srgbClr val="003567"/>
                </a:solidFill>
              </a:rPr>
              <a:t>y </a:t>
            </a:r>
            <a:br>
              <a:rPr lang="es-ES" sz="6000" dirty="0">
                <a:solidFill>
                  <a:srgbClr val="003567"/>
                </a:solidFill>
              </a:rPr>
            </a:br>
            <a:r>
              <a:rPr lang="es-ES" sz="6000" dirty="0">
                <a:solidFill>
                  <a:srgbClr val="003567"/>
                </a:solidFill>
              </a:rPr>
              <a:t>Modelado del Dominio</a:t>
            </a:r>
            <a:br>
              <a:rPr lang="es-ES" sz="2000" b="0" i="0" dirty="0">
                <a:effectLst/>
                <a:latin typeface="Roboto" panose="02000000000000000000" pitchFamily="2" charset="0"/>
              </a:rPr>
            </a:br>
            <a:endParaRPr lang="es-ES" sz="6000" b="0" i="0" u="none" strike="noStrike" cap="none" dirty="0">
              <a:solidFill>
                <a:srgbClr val="003567"/>
              </a:solidFill>
              <a:latin typeface="Arial"/>
              <a:ea typeface="Arial"/>
              <a:cs typeface="Arial"/>
              <a:sym typeface="Arial"/>
            </a:endParaRPr>
          </a:p>
        </p:txBody>
      </p:sp>
      <p:sp>
        <p:nvSpPr>
          <p:cNvPr id="116" name="Google Shape;116;p20"/>
          <p:cNvSpPr/>
          <p:nvPr/>
        </p:nvSpPr>
        <p:spPr>
          <a:xfrm>
            <a:off x="1396110" y="5828385"/>
            <a:ext cx="311400" cy="3114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1" name="CuadroTexto 10">
            <a:extLst>
              <a:ext uri="{FF2B5EF4-FFF2-40B4-BE49-F238E27FC236}">
                <a16:creationId xmlns:a16="http://schemas.microsoft.com/office/drawing/2014/main" id="{872A344A-CEF5-4636-0447-AE30FCA39C9A}"/>
              </a:ext>
            </a:extLst>
          </p:cNvPr>
          <p:cNvSpPr txBox="1"/>
          <p:nvPr/>
        </p:nvSpPr>
        <p:spPr>
          <a:xfrm>
            <a:off x="3029437" y="4679797"/>
            <a:ext cx="6134100" cy="1384995"/>
          </a:xfrm>
          <a:prstGeom prst="rect">
            <a:avLst/>
          </a:prstGeom>
          <a:noFill/>
        </p:spPr>
        <p:txBody>
          <a:bodyPr wrap="square">
            <a:spAutoFit/>
          </a:bodyPr>
          <a:lstStyle/>
          <a:p>
            <a:pPr algn="ctr" rtl="0">
              <a:spcBef>
                <a:spcPts val="0"/>
              </a:spcBef>
              <a:spcAft>
                <a:spcPts val="0"/>
              </a:spcAft>
            </a:pPr>
            <a:r>
              <a:rPr lang="en-US" sz="2800" b="1" i="0" u="none" strike="noStrike" dirty="0">
                <a:solidFill>
                  <a:srgbClr val="000000"/>
                </a:solidFill>
                <a:effectLst/>
                <a:latin typeface="Montserrat" panose="00000500000000000000" pitchFamily="2" charset="0"/>
              </a:rPr>
              <a:t>UNIDAD 2</a:t>
            </a:r>
          </a:p>
          <a:p>
            <a:pPr algn="ctr" rtl="0">
              <a:spcBef>
                <a:spcPts val="0"/>
              </a:spcBef>
              <a:spcAft>
                <a:spcPts val="0"/>
              </a:spcAft>
            </a:pPr>
            <a:r>
              <a:rPr lang="en-US" sz="2800" b="1" i="0" u="none" strike="noStrike" dirty="0" err="1">
                <a:solidFill>
                  <a:srgbClr val="000000"/>
                </a:solidFill>
                <a:effectLst/>
                <a:latin typeface="Montserrat" panose="00000500000000000000" pitchFamily="2" charset="0"/>
              </a:rPr>
              <a:t>Sesión</a:t>
            </a:r>
            <a:r>
              <a:rPr lang="en-US" sz="2800" b="1" i="0" u="none" strike="noStrike" dirty="0">
                <a:solidFill>
                  <a:srgbClr val="000000"/>
                </a:solidFill>
                <a:effectLst/>
                <a:latin typeface="Montserrat" panose="00000500000000000000" pitchFamily="2" charset="0"/>
              </a:rPr>
              <a:t> 01</a:t>
            </a:r>
            <a:endParaRPr lang="en-US" sz="2800" b="0" dirty="0">
              <a:effectLst/>
            </a:endParaRPr>
          </a:p>
          <a:p>
            <a:br>
              <a:rPr lang="en-US" dirty="0"/>
            </a:b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p:nvPr/>
        </p:nvSpPr>
        <p:spPr>
          <a:xfrm>
            <a:off x="2809841" y="3105834"/>
            <a:ext cx="7762500" cy="646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419" sz="3600" b="1" dirty="0">
                <a:solidFill>
                  <a:schemeClr val="lt1"/>
                </a:solidFill>
                <a:latin typeface="Montserrat"/>
                <a:ea typeface="Montserrat"/>
                <a:cs typeface="Montserrat"/>
                <a:sym typeface="Montserrat"/>
              </a:rPr>
              <a:t>PRESENTACIÓN DEL CURSO</a:t>
            </a:r>
            <a:endParaRPr sz="4000" dirty="0">
              <a:solidFill>
                <a:schemeClr val="lt1"/>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3"/>
          <p:cNvSpPr/>
          <p:nvPr/>
        </p:nvSpPr>
        <p:spPr>
          <a:xfrm>
            <a:off x="838282" y="1206228"/>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dirty="0">
                <a:solidFill>
                  <a:schemeClr val="lt1"/>
                </a:solidFill>
                <a:latin typeface="Avenir"/>
                <a:ea typeface="Avenir"/>
                <a:cs typeface="Avenir"/>
                <a:sym typeface="Avenir"/>
              </a:rPr>
              <a:t>1</a:t>
            </a:r>
            <a:endParaRPr sz="2800" b="1" dirty="0">
              <a:solidFill>
                <a:schemeClr val="lt1"/>
              </a:solidFill>
              <a:latin typeface="Avenir"/>
              <a:ea typeface="Avenir"/>
              <a:cs typeface="Avenir"/>
              <a:sym typeface="Avenir"/>
            </a:endParaRPr>
          </a:p>
        </p:txBody>
      </p:sp>
      <p:sp>
        <p:nvSpPr>
          <p:cNvPr id="136" name="Google Shape;136;p23"/>
          <p:cNvSpPr txBox="1"/>
          <p:nvPr/>
        </p:nvSpPr>
        <p:spPr>
          <a:xfrm>
            <a:off x="1579400" y="1279943"/>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419" sz="2000" dirty="0">
                <a:solidFill>
                  <a:schemeClr val="dk1"/>
                </a:solidFill>
                <a:latin typeface="Avenir"/>
                <a:ea typeface="Avenir"/>
                <a:cs typeface="Avenir"/>
                <a:sym typeface="Avenir"/>
              </a:rPr>
              <a:t>MEDITACIÓN</a:t>
            </a:r>
            <a:endParaRPr sz="2000" dirty="0">
              <a:solidFill>
                <a:schemeClr val="dk1"/>
              </a:solidFill>
              <a:latin typeface="Avenir"/>
              <a:ea typeface="Avenir"/>
              <a:cs typeface="Avenir"/>
              <a:sym typeface="Avenir"/>
            </a:endParaRPr>
          </a:p>
        </p:txBody>
      </p:sp>
      <p:sp>
        <p:nvSpPr>
          <p:cNvPr id="137" name="Google Shape;137;p23"/>
          <p:cNvSpPr/>
          <p:nvPr/>
        </p:nvSpPr>
        <p:spPr>
          <a:xfrm>
            <a:off x="838282" y="2012904"/>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dirty="0">
                <a:solidFill>
                  <a:schemeClr val="lt1"/>
                </a:solidFill>
                <a:latin typeface="Avenir"/>
                <a:ea typeface="Avenir"/>
                <a:cs typeface="Avenir"/>
                <a:sym typeface="Avenir"/>
              </a:rPr>
              <a:t>2</a:t>
            </a:r>
            <a:endParaRPr sz="2800" b="1" dirty="0">
              <a:solidFill>
                <a:schemeClr val="lt1"/>
              </a:solidFill>
              <a:latin typeface="Avenir"/>
              <a:ea typeface="Avenir"/>
              <a:cs typeface="Avenir"/>
              <a:sym typeface="Avenir"/>
            </a:endParaRPr>
          </a:p>
        </p:txBody>
      </p:sp>
      <p:sp>
        <p:nvSpPr>
          <p:cNvPr id="138" name="Google Shape;138;p23"/>
          <p:cNvSpPr txBox="1"/>
          <p:nvPr/>
        </p:nvSpPr>
        <p:spPr>
          <a:xfrm>
            <a:off x="1579400" y="2080790"/>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PE" sz="2000" dirty="0">
                <a:solidFill>
                  <a:schemeClr val="dk1"/>
                </a:solidFill>
                <a:latin typeface="Avenir"/>
                <a:ea typeface="Avenir"/>
                <a:cs typeface="Avenir"/>
                <a:sym typeface="Avenir"/>
              </a:rPr>
              <a:t>PROPÓSITO DE SESIÓN</a:t>
            </a:r>
            <a:endParaRPr sz="2000" dirty="0">
              <a:solidFill>
                <a:schemeClr val="dk1"/>
              </a:solidFill>
              <a:latin typeface="Avenir"/>
              <a:ea typeface="Avenir"/>
              <a:cs typeface="Avenir"/>
              <a:sym typeface="Avenir"/>
            </a:endParaRPr>
          </a:p>
        </p:txBody>
      </p:sp>
      <p:sp>
        <p:nvSpPr>
          <p:cNvPr id="139" name="Google Shape;139;p23"/>
          <p:cNvSpPr/>
          <p:nvPr/>
        </p:nvSpPr>
        <p:spPr>
          <a:xfrm>
            <a:off x="838282" y="2878526"/>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a:solidFill>
                  <a:schemeClr val="lt1"/>
                </a:solidFill>
                <a:latin typeface="Avenir"/>
                <a:ea typeface="Avenir"/>
                <a:cs typeface="Avenir"/>
                <a:sym typeface="Avenir"/>
              </a:rPr>
              <a:t>3</a:t>
            </a:r>
            <a:endParaRPr sz="2800" b="1">
              <a:solidFill>
                <a:schemeClr val="lt1"/>
              </a:solidFill>
              <a:latin typeface="Avenir"/>
              <a:ea typeface="Avenir"/>
              <a:cs typeface="Avenir"/>
              <a:sym typeface="Avenir"/>
            </a:endParaRPr>
          </a:p>
        </p:txBody>
      </p:sp>
      <p:sp>
        <p:nvSpPr>
          <p:cNvPr id="140" name="Google Shape;140;p23"/>
          <p:cNvSpPr txBox="1"/>
          <p:nvPr/>
        </p:nvSpPr>
        <p:spPr>
          <a:xfrm>
            <a:off x="1579400" y="2880396"/>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419" sz="2000" dirty="0">
                <a:solidFill>
                  <a:schemeClr val="dk1"/>
                </a:solidFill>
                <a:latin typeface="Avenir"/>
                <a:ea typeface="Avenir"/>
                <a:cs typeface="Avenir"/>
                <a:sym typeface="Avenir"/>
              </a:rPr>
              <a:t>MOTIVACIÓN</a:t>
            </a:r>
            <a:endParaRPr sz="2000" dirty="0">
              <a:solidFill>
                <a:schemeClr val="dk1"/>
              </a:solidFill>
              <a:latin typeface="Avenir"/>
              <a:ea typeface="Avenir"/>
              <a:cs typeface="Avenir"/>
              <a:sym typeface="Avenir"/>
            </a:endParaRPr>
          </a:p>
        </p:txBody>
      </p:sp>
      <p:sp>
        <p:nvSpPr>
          <p:cNvPr id="141" name="Google Shape;141;p23"/>
          <p:cNvSpPr/>
          <p:nvPr/>
        </p:nvSpPr>
        <p:spPr>
          <a:xfrm>
            <a:off x="838282" y="3744148"/>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dirty="0">
                <a:solidFill>
                  <a:schemeClr val="lt1"/>
                </a:solidFill>
                <a:latin typeface="Avenir"/>
                <a:ea typeface="Avenir"/>
                <a:cs typeface="Avenir"/>
                <a:sym typeface="Avenir"/>
              </a:rPr>
              <a:t>4</a:t>
            </a:r>
            <a:endParaRPr sz="2800" b="1" dirty="0">
              <a:solidFill>
                <a:schemeClr val="lt1"/>
              </a:solidFill>
              <a:latin typeface="Avenir"/>
              <a:ea typeface="Avenir"/>
              <a:cs typeface="Avenir"/>
              <a:sym typeface="Avenir"/>
            </a:endParaRPr>
          </a:p>
        </p:txBody>
      </p:sp>
      <p:sp>
        <p:nvSpPr>
          <p:cNvPr id="142" name="Google Shape;142;p23"/>
          <p:cNvSpPr txBox="1"/>
          <p:nvPr/>
        </p:nvSpPr>
        <p:spPr>
          <a:xfrm>
            <a:off x="1579400" y="3817863"/>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419" sz="2000" dirty="0">
                <a:solidFill>
                  <a:schemeClr val="dk1"/>
                </a:solidFill>
                <a:latin typeface="Avenir"/>
                <a:ea typeface="Avenir"/>
                <a:cs typeface="Avenir"/>
                <a:sym typeface="Avenir"/>
              </a:rPr>
              <a:t>EXPLICA</a:t>
            </a:r>
            <a:endParaRPr sz="2000" dirty="0">
              <a:solidFill>
                <a:schemeClr val="dk1"/>
              </a:solidFill>
              <a:latin typeface="Avenir"/>
              <a:ea typeface="Avenir"/>
              <a:cs typeface="Avenir"/>
              <a:sym typeface="Avenir"/>
            </a:endParaRPr>
          </a:p>
        </p:txBody>
      </p:sp>
      <p:sp>
        <p:nvSpPr>
          <p:cNvPr id="143" name="Google Shape;143;p23"/>
          <p:cNvSpPr/>
          <p:nvPr/>
        </p:nvSpPr>
        <p:spPr>
          <a:xfrm>
            <a:off x="838282" y="4542025"/>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a:solidFill>
                  <a:schemeClr val="lt1"/>
                </a:solidFill>
                <a:latin typeface="Avenir"/>
                <a:ea typeface="Avenir"/>
                <a:cs typeface="Avenir"/>
                <a:sym typeface="Avenir"/>
              </a:rPr>
              <a:t>5</a:t>
            </a:r>
            <a:endParaRPr sz="2800" b="1">
              <a:solidFill>
                <a:schemeClr val="lt1"/>
              </a:solidFill>
              <a:latin typeface="Avenir"/>
              <a:ea typeface="Avenir"/>
              <a:cs typeface="Avenir"/>
              <a:sym typeface="Avenir"/>
            </a:endParaRPr>
          </a:p>
        </p:txBody>
      </p:sp>
      <p:sp>
        <p:nvSpPr>
          <p:cNvPr id="144" name="Google Shape;144;p23"/>
          <p:cNvSpPr txBox="1"/>
          <p:nvPr/>
        </p:nvSpPr>
        <p:spPr>
          <a:xfrm>
            <a:off x="1579400" y="4674686"/>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419" sz="2000" dirty="0">
                <a:solidFill>
                  <a:schemeClr val="dk1"/>
                </a:solidFill>
                <a:latin typeface="Avenir"/>
                <a:ea typeface="Avenir"/>
                <a:cs typeface="Avenir"/>
                <a:sym typeface="Avenir"/>
              </a:rPr>
              <a:t>APLICA</a:t>
            </a:r>
            <a:endParaRPr sz="2000" dirty="0">
              <a:solidFill>
                <a:schemeClr val="dk1"/>
              </a:solidFill>
              <a:latin typeface="Avenir"/>
              <a:ea typeface="Avenir"/>
              <a:cs typeface="Avenir"/>
              <a:sym typeface="Avenir"/>
            </a:endParaRPr>
          </a:p>
        </p:txBody>
      </p:sp>
      <p:sp>
        <p:nvSpPr>
          <p:cNvPr id="145" name="Google Shape;145;p23"/>
          <p:cNvSpPr txBox="1">
            <a:spLocks noGrp="1"/>
          </p:cNvSpPr>
          <p:nvPr>
            <p:ph type="title"/>
          </p:nvPr>
        </p:nvSpPr>
        <p:spPr>
          <a:xfrm>
            <a:off x="838282" y="543378"/>
            <a:ext cx="105165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3567"/>
              </a:buClr>
              <a:buSzPts val="4400"/>
              <a:buFont typeface="Montserrat"/>
              <a:buNone/>
            </a:pPr>
            <a:r>
              <a:rPr lang="es-419" b="1"/>
              <a:t>índice</a:t>
            </a:r>
            <a:endParaRPr/>
          </a:p>
        </p:txBody>
      </p:sp>
      <p:sp>
        <p:nvSpPr>
          <p:cNvPr id="13" name="Google Shape;143;p23">
            <a:extLst>
              <a:ext uri="{FF2B5EF4-FFF2-40B4-BE49-F238E27FC236}">
                <a16:creationId xmlns:a16="http://schemas.microsoft.com/office/drawing/2014/main" id="{8D05F8D0-9AA1-AA98-B65F-0A1ED7CEE87F}"/>
              </a:ext>
            </a:extLst>
          </p:cNvPr>
          <p:cNvSpPr/>
          <p:nvPr/>
        </p:nvSpPr>
        <p:spPr>
          <a:xfrm>
            <a:off x="838282" y="5281328"/>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dirty="0">
                <a:solidFill>
                  <a:schemeClr val="lt1"/>
                </a:solidFill>
                <a:latin typeface="Avenir"/>
                <a:ea typeface="Avenir"/>
                <a:cs typeface="Avenir"/>
                <a:sym typeface="Avenir"/>
              </a:rPr>
              <a:t>6</a:t>
            </a:r>
            <a:endParaRPr sz="2800" b="1" dirty="0">
              <a:solidFill>
                <a:schemeClr val="lt1"/>
              </a:solidFill>
              <a:latin typeface="Avenir"/>
              <a:ea typeface="Avenir"/>
              <a:cs typeface="Avenir"/>
              <a:sym typeface="Avenir"/>
            </a:endParaRPr>
          </a:p>
        </p:txBody>
      </p:sp>
      <p:sp>
        <p:nvSpPr>
          <p:cNvPr id="14" name="Google Shape;144;p23">
            <a:extLst>
              <a:ext uri="{FF2B5EF4-FFF2-40B4-BE49-F238E27FC236}">
                <a16:creationId xmlns:a16="http://schemas.microsoft.com/office/drawing/2014/main" id="{52993B86-E725-58A3-151A-E3FB11915F3D}"/>
              </a:ext>
            </a:extLst>
          </p:cNvPr>
          <p:cNvSpPr txBox="1"/>
          <p:nvPr/>
        </p:nvSpPr>
        <p:spPr>
          <a:xfrm>
            <a:off x="1579400" y="6132633"/>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419" sz="2000" dirty="0">
                <a:solidFill>
                  <a:schemeClr val="dk1"/>
                </a:solidFill>
                <a:latin typeface="Avenir"/>
                <a:ea typeface="Avenir"/>
                <a:cs typeface="Avenir"/>
                <a:sym typeface="Avenir"/>
              </a:rPr>
              <a:t>CIERRE DE SESIÓN</a:t>
            </a:r>
            <a:endParaRPr sz="2000" dirty="0">
              <a:solidFill>
                <a:schemeClr val="dk1"/>
              </a:solidFill>
              <a:latin typeface="Avenir"/>
              <a:ea typeface="Avenir"/>
              <a:cs typeface="Avenir"/>
              <a:sym typeface="Avenir"/>
            </a:endParaRPr>
          </a:p>
        </p:txBody>
      </p:sp>
      <p:sp>
        <p:nvSpPr>
          <p:cNvPr id="15" name="Google Shape;143;p23">
            <a:extLst>
              <a:ext uri="{FF2B5EF4-FFF2-40B4-BE49-F238E27FC236}">
                <a16:creationId xmlns:a16="http://schemas.microsoft.com/office/drawing/2014/main" id="{3ABD2A49-3220-2F6A-0B4E-0725D67C6C51}"/>
              </a:ext>
            </a:extLst>
          </p:cNvPr>
          <p:cNvSpPr/>
          <p:nvPr/>
        </p:nvSpPr>
        <p:spPr>
          <a:xfrm>
            <a:off x="838282" y="6020631"/>
            <a:ext cx="605700" cy="5475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2800" b="1" dirty="0">
                <a:solidFill>
                  <a:schemeClr val="lt1"/>
                </a:solidFill>
                <a:latin typeface="Avenir"/>
                <a:ea typeface="Avenir"/>
                <a:cs typeface="Avenir"/>
                <a:sym typeface="Avenir"/>
              </a:rPr>
              <a:t>7</a:t>
            </a:r>
            <a:endParaRPr sz="2800" b="1" dirty="0">
              <a:solidFill>
                <a:schemeClr val="lt1"/>
              </a:solidFill>
              <a:latin typeface="Avenir"/>
              <a:ea typeface="Avenir"/>
              <a:cs typeface="Avenir"/>
              <a:sym typeface="Avenir"/>
            </a:endParaRPr>
          </a:p>
        </p:txBody>
      </p:sp>
      <p:sp>
        <p:nvSpPr>
          <p:cNvPr id="16" name="Google Shape;144;p23">
            <a:extLst>
              <a:ext uri="{FF2B5EF4-FFF2-40B4-BE49-F238E27FC236}">
                <a16:creationId xmlns:a16="http://schemas.microsoft.com/office/drawing/2014/main" id="{E8F021A8-D1B8-E5D4-38D9-91FBC048C360}"/>
              </a:ext>
            </a:extLst>
          </p:cNvPr>
          <p:cNvSpPr txBox="1"/>
          <p:nvPr/>
        </p:nvSpPr>
        <p:spPr>
          <a:xfrm>
            <a:off x="1579400" y="5409591"/>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419" sz="2000" dirty="0">
                <a:solidFill>
                  <a:schemeClr val="dk1"/>
                </a:solidFill>
                <a:latin typeface="Avenir"/>
                <a:ea typeface="Avenir"/>
                <a:cs typeface="Avenir"/>
                <a:sym typeface="Avenir"/>
              </a:rPr>
              <a:t>CREA</a:t>
            </a:r>
            <a:endParaRPr sz="2000" dirty="0">
              <a:solidFill>
                <a:schemeClr val="dk1"/>
              </a:solidFill>
              <a:latin typeface="Avenir"/>
              <a:ea typeface="Avenir"/>
              <a:cs typeface="Avenir"/>
              <a:sym typeface="Aveni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7"/>
          <p:cNvSpPr/>
          <p:nvPr/>
        </p:nvSpPr>
        <p:spPr>
          <a:xfrm>
            <a:off x="2402324" y="3105834"/>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a:solidFill>
                  <a:schemeClr val="lt1"/>
                </a:solidFill>
                <a:latin typeface="Montserrat"/>
                <a:ea typeface="Montserrat"/>
                <a:cs typeface="Montserrat"/>
                <a:sym typeface="Montserrat"/>
              </a:rPr>
              <a:t>PROPÓSITO DE SESIÓN</a:t>
            </a:r>
            <a:endParaRPr sz="4000">
              <a:solidFill>
                <a:schemeClr val="lt1"/>
              </a:solidFill>
              <a:latin typeface="Montserrat"/>
              <a:ea typeface="Montserrat"/>
              <a:cs typeface="Montserrat"/>
              <a:sym typeface="Montserrat"/>
            </a:endParaRPr>
          </a:p>
        </p:txBody>
      </p:sp>
      <p:pic>
        <p:nvPicPr>
          <p:cNvPr id="170" name="Google Shape;170;p27" descr="Interfaz de usuario gráfica, Aplicación&#10;&#10;El contenido generado por IA puede ser incorrecto."/>
          <p:cNvPicPr preferRelativeResize="0"/>
          <p:nvPr/>
        </p:nvPicPr>
        <p:blipFill rotWithShape="1">
          <a:blip r:embed="rId3">
            <a:alphaModFix/>
          </a:blip>
          <a:srcRect l="52794" t="53642" r="28437" b="26407"/>
          <a:stretch/>
        </p:blipFill>
        <p:spPr>
          <a:xfrm>
            <a:off x="5234129" y="1524000"/>
            <a:ext cx="1325150" cy="14084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8"/>
          <p:cNvSpPr/>
          <p:nvPr/>
        </p:nvSpPr>
        <p:spPr>
          <a:xfrm>
            <a:off x="1345165" y="1868168"/>
            <a:ext cx="348300" cy="347700"/>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1">
              <a:solidFill>
                <a:schemeClr val="lt1"/>
              </a:solidFill>
              <a:latin typeface="Avenir"/>
              <a:ea typeface="Avenir"/>
              <a:cs typeface="Avenir"/>
              <a:sym typeface="Avenir"/>
            </a:endParaRPr>
          </a:p>
        </p:txBody>
      </p:sp>
      <p:sp>
        <p:nvSpPr>
          <p:cNvPr id="176" name="Google Shape;176;p28"/>
          <p:cNvSpPr txBox="1"/>
          <p:nvPr/>
        </p:nvSpPr>
        <p:spPr>
          <a:xfrm>
            <a:off x="1707252" y="1868168"/>
            <a:ext cx="8778600" cy="19389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400" b="0" i="0" dirty="0">
                <a:effectLst/>
                <a:latin typeface="Roboto" panose="02000000000000000000" pitchFamily="2" charset="0"/>
              </a:rPr>
              <a:t>Modelo de dominio inicial: panorama holístico del negocio, módulos candidatos clasificados por subdominio, entidades y reglas de negocio dentro de cada uno, casos de uso relevantes, objetos de valor y el primer diseño estratégico de DDD (lenguaje ubicuo y agregado) de tu propio proyecto.</a:t>
            </a:r>
            <a:endParaRPr lang="es-ES" sz="2400" dirty="0">
              <a:solidFill>
                <a:schemeClr val="dk1"/>
              </a:solidFill>
              <a:latin typeface="Avenir"/>
              <a:ea typeface="Avenir"/>
              <a:cs typeface="Avenir"/>
              <a:sym typeface="Avenir"/>
            </a:endParaRPr>
          </a:p>
        </p:txBody>
      </p:sp>
      <p:sp>
        <p:nvSpPr>
          <p:cNvPr id="177" name="Google Shape;177;p28"/>
          <p:cNvSpPr/>
          <p:nvPr/>
        </p:nvSpPr>
        <p:spPr>
          <a:xfrm>
            <a:off x="2650002" y="990334"/>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dirty="0">
                <a:solidFill>
                  <a:srgbClr val="003567"/>
                </a:solidFill>
                <a:latin typeface="Montserrat"/>
                <a:ea typeface="Montserrat"/>
                <a:cs typeface="Montserrat"/>
                <a:sym typeface="Montserrat"/>
              </a:rPr>
              <a:t>PROPÓSITO DE SESIÓN</a:t>
            </a:r>
            <a:endParaRPr sz="4000" dirty="0">
              <a:solidFill>
                <a:srgbClr val="003567"/>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9"/>
          <p:cNvSpPr/>
          <p:nvPr/>
        </p:nvSpPr>
        <p:spPr>
          <a:xfrm>
            <a:off x="2650002" y="990334"/>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dirty="0">
                <a:solidFill>
                  <a:srgbClr val="003567"/>
                </a:solidFill>
                <a:latin typeface="Montserrat"/>
                <a:ea typeface="Montserrat"/>
                <a:cs typeface="Montserrat"/>
                <a:sym typeface="Montserrat"/>
              </a:rPr>
              <a:t>PROPÓSITO DE SESIÓN</a:t>
            </a:r>
            <a:endParaRPr sz="4000" dirty="0">
              <a:solidFill>
                <a:srgbClr val="003567"/>
              </a:solidFill>
              <a:latin typeface="Montserrat"/>
              <a:ea typeface="Montserrat"/>
              <a:cs typeface="Montserrat"/>
              <a:sym typeface="Montserrat"/>
            </a:endParaRPr>
          </a:p>
        </p:txBody>
      </p:sp>
      <p:sp>
        <p:nvSpPr>
          <p:cNvPr id="183" name="Google Shape;183;p29"/>
          <p:cNvSpPr/>
          <p:nvPr/>
        </p:nvSpPr>
        <p:spPr>
          <a:xfrm>
            <a:off x="2650001" y="3105834"/>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dirty="0">
                <a:solidFill>
                  <a:schemeClr val="lt1"/>
                </a:solidFill>
                <a:latin typeface="Montserrat"/>
                <a:ea typeface="Montserrat"/>
                <a:cs typeface="Montserrat"/>
                <a:sym typeface="Montserrat"/>
              </a:rPr>
              <a:t>MOTIVACIÓN</a:t>
            </a:r>
            <a:endParaRPr sz="4000" dirty="0">
              <a:solidFill>
                <a:schemeClr val="lt1"/>
              </a:solidFill>
              <a:latin typeface="Montserrat"/>
              <a:ea typeface="Montserrat"/>
              <a:cs typeface="Montserrat"/>
              <a:sym typeface="Montserrat"/>
            </a:endParaRPr>
          </a:p>
        </p:txBody>
      </p:sp>
      <p:pic>
        <p:nvPicPr>
          <p:cNvPr id="184" name="Google Shape;184;p29" descr="Interfaz de usuario gráfica, Aplicación&#10;&#10;El contenido generado por IA puede ser incorrecto."/>
          <p:cNvPicPr preferRelativeResize="0"/>
          <p:nvPr/>
        </p:nvPicPr>
        <p:blipFill rotWithShape="1">
          <a:blip r:embed="rId3">
            <a:alphaModFix/>
          </a:blip>
          <a:srcRect l="27484" t="76272" r="53747" b="3777"/>
          <a:stretch/>
        </p:blipFill>
        <p:spPr>
          <a:xfrm>
            <a:off x="5434024" y="1636665"/>
            <a:ext cx="1325150" cy="140846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0" name="Google Shape;190;p30"/>
          <p:cNvSpPr/>
          <p:nvPr/>
        </p:nvSpPr>
        <p:spPr>
          <a:xfrm>
            <a:off x="634605" y="1636236"/>
            <a:ext cx="500700" cy="449700"/>
          </a:xfrm>
          <a:prstGeom prst="roundRect">
            <a:avLst>
              <a:gd name="adj" fmla="val 16667"/>
            </a:avLst>
          </a:prstGeom>
          <a:solidFill>
            <a:srgbClr val="00A2E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1">
              <a:solidFill>
                <a:schemeClr val="lt1"/>
              </a:solidFill>
              <a:latin typeface="Avenir"/>
              <a:ea typeface="Avenir"/>
              <a:cs typeface="Avenir"/>
              <a:sym typeface="Avenir"/>
            </a:endParaRPr>
          </a:p>
        </p:txBody>
      </p:sp>
      <p:sp>
        <p:nvSpPr>
          <p:cNvPr id="191" name="Google Shape;191;p30"/>
          <p:cNvSpPr/>
          <p:nvPr/>
        </p:nvSpPr>
        <p:spPr>
          <a:xfrm>
            <a:off x="2377554" y="638330"/>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dirty="0">
                <a:solidFill>
                  <a:srgbClr val="003567"/>
                </a:solidFill>
                <a:latin typeface="Montserrat"/>
                <a:ea typeface="Montserrat"/>
                <a:cs typeface="Montserrat"/>
                <a:sym typeface="Montserrat"/>
              </a:rPr>
              <a:t>MOTIVACIÓN</a:t>
            </a:r>
            <a:endParaRPr sz="4000" dirty="0">
              <a:solidFill>
                <a:srgbClr val="003567"/>
              </a:solidFill>
              <a:latin typeface="Montserrat"/>
              <a:ea typeface="Montserrat"/>
              <a:cs typeface="Montserrat"/>
              <a:sym typeface="Montserrat"/>
            </a:endParaRPr>
          </a:p>
        </p:txBody>
      </p:sp>
      <p:sp>
        <p:nvSpPr>
          <p:cNvPr id="2" name="Rectangle 1">
            <a:extLst>
              <a:ext uri="{FF2B5EF4-FFF2-40B4-BE49-F238E27FC236}">
                <a16:creationId xmlns:a16="http://schemas.microsoft.com/office/drawing/2014/main" id="{AEEC55AC-6F6A-F29F-C6D9-275D8AD7B804}"/>
              </a:ext>
            </a:extLst>
          </p:cNvPr>
          <p:cNvSpPr>
            <a:spLocks noChangeArrowheads="1"/>
          </p:cNvSpPr>
          <p:nvPr/>
        </p:nvSpPr>
        <p:spPr bwMode="auto">
          <a:xfrm>
            <a:off x="1135305" y="1535891"/>
            <a:ext cx="1014658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kumimoji="0" lang="es-ES" altLang="en-US" sz="1800" i="0" u="none" strike="noStrike" cap="none" normalizeH="0" baseline="0" dirty="0" err="1">
                <a:ln>
                  <a:noFill/>
                </a:ln>
                <a:solidFill>
                  <a:schemeClr val="tx1"/>
                </a:solidFill>
                <a:effectLst/>
                <a:latin typeface="Arial" panose="020B0604020202020204" pitchFamily="34" charset="0"/>
              </a:rPr>
              <a:t>BomERP</a:t>
            </a:r>
            <a:r>
              <a:rPr kumimoji="0" lang="es-ES" altLang="en-US" sz="1800" i="0" u="none" strike="noStrike" cap="none" normalizeH="0" baseline="0" dirty="0">
                <a:ln>
                  <a:noFill/>
                </a:ln>
                <a:solidFill>
                  <a:schemeClr val="tx1"/>
                </a:solidFill>
                <a:effectLst/>
                <a:latin typeface="Arial" panose="020B0604020202020204" pitchFamily="34" charset="0"/>
              </a:rPr>
              <a:t> ya tiene arquitectura y vistas C1-C3 (Unidad I), pero ninguna de esas vistas dice qué pasa si dos cambios simultáneos dejan el total de una venta descuadrado con sus detalles, o si el stock de un producto queda en negativo. Esas son reglas de negocio del dominio, no decisiones de arquitectura. Y antes de llegar a esas reglas, hay una pregunta todavía más básica que responder primero: ¿qué hace </a:t>
            </a:r>
            <a:r>
              <a:rPr kumimoji="0" lang="es-ES" altLang="en-US" sz="1800" i="0" u="none" strike="noStrike" cap="none" normalizeH="0" baseline="0" dirty="0" err="1">
                <a:ln>
                  <a:noFill/>
                </a:ln>
                <a:solidFill>
                  <a:schemeClr val="tx1"/>
                </a:solidFill>
                <a:effectLst/>
                <a:latin typeface="Arial" panose="020B0604020202020204" pitchFamily="34" charset="0"/>
              </a:rPr>
              <a:t>BomERP</a:t>
            </a:r>
            <a:r>
              <a:rPr kumimoji="0" lang="es-ES" altLang="en-US" sz="1800" i="0" u="none" strike="noStrike" cap="none" normalizeH="0" baseline="0" dirty="0">
                <a:ln>
                  <a:noFill/>
                </a:ln>
                <a:solidFill>
                  <a:schemeClr val="tx1"/>
                </a:solidFill>
                <a:effectLst/>
                <a:latin typeface="Arial" panose="020B0604020202020204" pitchFamily="34" charset="0"/>
              </a:rPr>
              <a:t>, de principio a fin, sin nombrar todavía ninguna clase? Un equipo que salta directo a "tengo una tabla Venta" sin haber mirado el negocio completo corre el riesgo de descubrir a mitad de camino que le faltó un módulo entero (como pasó con Cliente, ver 2.2) o que agrupó mal dos cosas que no debían ir juntas.</a:t>
            </a:r>
            <a:r>
              <a:rPr kumimoji="0" lang="en-US" altLang="en-US" sz="180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90" name="Google Shape;190;p30"/>
          <p:cNvSpPr/>
          <p:nvPr/>
        </p:nvSpPr>
        <p:spPr>
          <a:xfrm>
            <a:off x="624210" y="1398111"/>
            <a:ext cx="500700" cy="449700"/>
          </a:xfrm>
          <a:prstGeom prst="roundRect">
            <a:avLst>
              <a:gd name="adj" fmla="val 16667"/>
            </a:avLst>
          </a:prstGeom>
          <a:solidFill>
            <a:srgbClr val="00A2E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800" b="1">
              <a:solidFill>
                <a:schemeClr val="lt1"/>
              </a:solidFill>
              <a:latin typeface="Avenir"/>
              <a:ea typeface="Avenir"/>
              <a:cs typeface="Avenir"/>
              <a:sym typeface="Avenir"/>
            </a:endParaRPr>
          </a:p>
        </p:txBody>
      </p:sp>
      <p:sp>
        <p:nvSpPr>
          <p:cNvPr id="191" name="Google Shape;191;p30"/>
          <p:cNvSpPr/>
          <p:nvPr/>
        </p:nvSpPr>
        <p:spPr>
          <a:xfrm>
            <a:off x="2377554" y="638330"/>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dirty="0">
                <a:solidFill>
                  <a:srgbClr val="003567"/>
                </a:solidFill>
                <a:latin typeface="Montserrat"/>
                <a:ea typeface="Montserrat"/>
                <a:cs typeface="Montserrat"/>
                <a:sym typeface="Montserrat"/>
              </a:rPr>
              <a:t>MOTIVACIÓN</a:t>
            </a:r>
            <a:endParaRPr sz="4000" dirty="0">
              <a:solidFill>
                <a:srgbClr val="003567"/>
              </a:solidFill>
              <a:latin typeface="Montserrat"/>
              <a:ea typeface="Montserrat"/>
              <a:cs typeface="Montserrat"/>
              <a:sym typeface="Montserrat"/>
            </a:endParaRPr>
          </a:p>
        </p:txBody>
      </p:sp>
      <p:sp>
        <p:nvSpPr>
          <p:cNvPr id="2" name="Rectangle 1">
            <a:extLst>
              <a:ext uri="{FF2B5EF4-FFF2-40B4-BE49-F238E27FC236}">
                <a16:creationId xmlns:a16="http://schemas.microsoft.com/office/drawing/2014/main" id="{AEEC55AC-6F6A-F29F-C6D9-275D8AD7B804}"/>
              </a:ext>
            </a:extLst>
          </p:cNvPr>
          <p:cNvSpPr>
            <a:spLocks noChangeArrowheads="1"/>
          </p:cNvSpPr>
          <p:nvPr/>
        </p:nvSpPr>
        <p:spPr bwMode="auto">
          <a:xfrm>
            <a:off x="1135305" y="1266904"/>
            <a:ext cx="1014658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r>
              <a:rPr lang="es-ES" sz="2400" b="1" i="0" dirty="0">
                <a:effectLst/>
                <a:latin typeface="Roboto" panose="02000000000000000000" pitchFamily="2" charset="0"/>
              </a:rPr>
              <a:t>Activación de conocimientos previos</a:t>
            </a:r>
            <a:endParaRPr lang="es-ES" sz="2400" b="0" i="0" dirty="0">
              <a:effectLst/>
              <a:latin typeface="Roboto" panose="02000000000000000000" pitchFamily="2" charset="0"/>
            </a:endParaRPr>
          </a:p>
          <a:p>
            <a:pPr algn="l">
              <a:buFont typeface="+mj-lt"/>
              <a:buAutoNum type="arabicPeriod"/>
            </a:pPr>
            <a:r>
              <a:rPr lang="es-ES" sz="2400" b="0" i="0" dirty="0">
                <a:effectLst/>
                <a:latin typeface="Roboto" panose="02000000000000000000" pitchFamily="2" charset="0"/>
              </a:rPr>
              <a:t>Sin mirar ninguna tabla ni clase todavía: ¿qué hace tu proyecto, de principio a fin, en una sola frase?</a:t>
            </a:r>
          </a:p>
          <a:p>
            <a:pPr algn="l">
              <a:buFont typeface="+mj-lt"/>
              <a:buAutoNum type="arabicPeriod"/>
            </a:pPr>
            <a:endParaRPr lang="es-ES" sz="2400" b="0" i="0" dirty="0">
              <a:effectLst/>
              <a:latin typeface="Roboto" panose="02000000000000000000" pitchFamily="2" charset="0"/>
            </a:endParaRPr>
          </a:p>
          <a:p>
            <a:pPr algn="l">
              <a:buFont typeface="+mj-lt"/>
              <a:buAutoNum type="arabicPeriod"/>
            </a:pPr>
            <a:r>
              <a:rPr lang="es-ES" sz="2400" b="0" i="0" dirty="0">
                <a:effectLst/>
                <a:latin typeface="Roboto" panose="02000000000000000000" pitchFamily="2" charset="0"/>
              </a:rPr>
              <a:t>¿Qué áreas o etapas grandes del negocio ya intuyes, aunque no sepas todavía qué entidades tiene cada una?</a:t>
            </a:r>
          </a:p>
          <a:p>
            <a:pPr algn="l">
              <a:buFont typeface="+mj-lt"/>
              <a:buAutoNum type="arabicPeriod"/>
            </a:pPr>
            <a:endParaRPr lang="es-ES" sz="2400" b="0" i="0" dirty="0">
              <a:effectLst/>
              <a:latin typeface="Roboto" panose="02000000000000000000" pitchFamily="2" charset="0"/>
            </a:endParaRPr>
          </a:p>
          <a:p>
            <a:pPr algn="l">
              <a:buFont typeface="+mj-lt"/>
              <a:buAutoNum type="arabicPeriod"/>
            </a:pPr>
            <a:r>
              <a:rPr lang="es-ES" sz="2400" b="0" i="0" dirty="0">
                <a:effectLst/>
                <a:latin typeface="Roboto" panose="02000000000000000000" pitchFamily="2" charset="0"/>
              </a:rPr>
              <a:t>¿Por qué "Producto" y "Venta" no deberían vivir en el mismo módulo funcional?</a:t>
            </a:r>
          </a:p>
          <a:p>
            <a:pPr marR="0" lvl="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91316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p:nvPr/>
        </p:nvSpPr>
        <p:spPr>
          <a:xfrm>
            <a:off x="2650002" y="3105834"/>
            <a:ext cx="689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s-419" sz="3600" b="1">
                <a:solidFill>
                  <a:schemeClr val="lt1"/>
                </a:solidFill>
                <a:latin typeface="Montserrat"/>
                <a:ea typeface="Montserrat"/>
                <a:cs typeface="Montserrat"/>
                <a:sym typeface="Montserrat"/>
              </a:rPr>
              <a:t>EXPLICA</a:t>
            </a:r>
            <a:endParaRPr sz="4000">
              <a:solidFill>
                <a:schemeClr val="lt1"/>
              </a:solidFill>
              <a:latin typeface="Montserrat"/>
              <a:ea typeface="Montserrat"/>
              <a:cs typeface="Montserrat"/>
              <a:sym typeface="Montserrat"/>
            </a:endParaRPr>
          </a:p>
        </p:txBody>
      </p:sp>
      <p:pic>
        <p:nvPicPr>
          <p:cNvPr id="197" name="Google Shape;197;p31" descr="Interfaz de usuario gráfica, Aplicación&#10;&#10;El contenido generado por IA puede ser incorrecto."/>
          <p:cNvPicPr preferRelativeResize="0"/>
          <p:nvPr/>
        </p:nvPicPr>
        <p:blipFill rotWithShape="1">
          <a:blip r:embed="rId3">
            <a:alphaModFix/>
          </a:blip>
          <a:srcRect l="4670" t="53458" r="76561" b="26591"/>
          <a:stretch/>
        </p:blipFill>
        <p:spPr>
          <a:xfrm>
            <a:off x="5434025" y="1550594"/>
            <a:ext cx="1325150" cy="140846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2377554" y="162410"/>
            <a:ext cx="6893100"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ea typeface="Montserrat"/>
                <a:cs typeface="Montserrat"/>
                <a:sym typeface="Montserrat"/>
              </a:rPr>
              <a:t>Ubicación del Curso</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sz="4000" dirty="0">
              <a:solidFill>
                <a:srgbClr val="003567"/>
              </a:solidFill>
              <a:latin typeface="Montserrat"/>
              <a:ea typeface="Montserrat"/>
              <a:cs typeface="Montserrat"/>
              <a:sym typeface="Montserrat"/>
            </a:endParaRPr>
          </a:p>
        </p:txBody>
      </p:sp>
      <p:sp>
        <p:nvSpPr>
          <p:cNvPr id="2" name="Rectangle 1">
            <a:extLst>
              <a:ext uri="{FF2B5EF4-FFF2-40B4-BE49-F238E27FC236}">
                <a16:creationId xmlns:a16="http://schemas.microsoft.com/office/drawing/2014/main" id="{AEEC55AC-6F6A-F29F-C6D9-275D8AD7B804}"/>
              </a:ext>
            </a:extLst>
          </p:cNvPr>
          <p:cNvSpPr>
            <a:spLocks noChangeArrowheads="1"/>
          </p:cNvSpPr>
          <p:nvPr/>
        </p:nvSpPr>
        <p:spPr bwMode="auto">
          <a:xfrm>
            <a:off x="590550" y="1043731"/>
            <a:ext cx="8115300"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buFont typeface="Arial" panose="020B0604020202020204" pitchFamily="34" charset="0"/>
              <a:buChar char="•"/>
            </a:pPr>
            <a:r>
              <a:rPr lang="es-ES" sz="2800" b="0" i="0" dirty="0">
                <a:effectLst/>
                <a:latin typeface="Roboto" panose="02000000000000000000" pitchFamily="2" charset="0"/>
              </a:rPr>
              <a:t>Producto del curso: Diseño Técnico Profesional Documentado.</a:t>
            </a:r>
          </a:p>
          <a:p>
            <a:pPr algn="l">
              <a:buFont typeface="Arial" panose="020B0604020202020204" pitchFamily="34" charset="0"/>
              <a:buChar char="•"/>
            </a:pPr>
            <a:endParaRPr lang="es-ES" sz="2800" b="0" i="0" dirty="0">
              <a:effectLst/>
              <a:latin typeface="Roboto" panose="02000000000000000000" pitchFamily="2" charset="0"/>
            </a:endParaRPr>
          </a:p>
          <a:p>
            <a:pPr algn="l">
              <a:buFont typeface="Arial" panose="020B0604020202020204" pitchFamily="34" charset="0"/>
              <a:buChar char="•"/>
            </a:pPr>
            <a:r>
              <a:rPr lang="es-ES" sz="2800" b="0" i="0" dirty="0">
                <a:effectLst/>
                <a:latin typeface="Roboto" panose="02000000000000000000" pitchFamily="2" charset="0"/>
              </a:rPr>
              <a:t>Producto de unidad: Catálogo UML con patrones de diseño e integración aplicados.</a:t>
            </a:r>
          </a:p>
          <a:p>
            <a:pPr algn="l">
              <a:buFont typeface="Arial" panose="020B0604020202020204" pitchFamily="34" charset="0"/>
              <a:buChar char="•"/>
            </a:pPr>
            <a:endParaRPr lang="es-ES" sz="2800" b="0" i="0" dirty="0">
              <a:effectLst/>
              <a:latin typeface="Roboto" panose="02000000000000000000" pitchFamily="2" charset="0"/>
            </a:endParaRPr>
          </a:p>
          <a:p>
            <a:pPr algn="l">
              <a:buFont typeface="Arial" panose="020B0604020202020204" pitchFamily="34" charset="0"/>
              <a:buChar char="•"/>
            </a:pPr>
            <a:r>
              <a:rPr lang="es-ES" sz="2800" b="0" i="0" dirty="0">
                <a:effectLst/>
                <a:latin typeface="Roboto" panose="02000000000000000000" pitchFamily="2" charset="0"/>
              </a:rPr>
              <a:t>Avance del producto en esta sesión: panorama holístico, módulos delimitados por subdominio, entidades, reglas de negocio, casos de uso relevantes, objetos de valor y agregado inicial.</a:t>
            </a:r>
          </a:p>
          <a:p>
            <a:pPr algn="l"/>
            <a:endParaRPr lang="es-ES" sz="2400" b="0" i="0" dirty="0">
              <a:effectLst/>
              <a:latin typeface="Roboto" panose="02000000000000000000" pitchFamily="2" charset="0"/>
            </a:endParaRPr>
          </a:p>
        </p:txBody>
      </p:sp>
      <p:pic>
        <p:nvPicPr>
          <p:cNvPr id="4" name="Imagen 3">
            <a:extLst>
              <a:ext uri="{FF2B5EF4-FFF2-40B4-BE49-F238E27FC236}">
                <a16:creationId xmlns:a16="http://schemas.microsoft.com/office/drawing/2014/main" id="{C283837A-160D-3A4A-CDE7-E7B58B98A662}"/>
              </a:ext>
            </a:extLst>
          </p:cNvPr>
          <p:cNvPicPr>
            <a:picLocks noChangeAspect="1"/>
          </p:cNvPicPr>
          <p:nvPr/>
        </p:nvPicPr>
        <p:blipFill>
          <a:blip r:embed="rId3"/>
          <a:stretch>
            <a:fillRect/>
          </a:stretch>
        </p:blipFill>
        <p:spPr>
          <a:xfrm>
            <a:off x="8937046" y="162410"/>
            <a:ext cx="2665992" cy="6139573"/>
          </a:xfrm>
          <a:prstGeom prst="rect">
            <a:avLst/>
          </a:prstGeom>
        </p:spPr>
      </p:pic>
    </p:spTree>
    <p:extLst>
      <p:ext uri="{BB962C8B-B14F-4D97-AF65-F5344CB8AC3E}">
        <p14:creationId xmlns:p14="http://schemas.microsoft.com/office/powerpoint/2010/main" val="2485896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2527124" y="47787"/>
            <a:ext cx="6893100" cy="646200"/>
          </a:xfrm>
          <a:prstGeom prst="rect">
            <a:avLst/>
          </a:prstGeom>
          <a:noFill/>
          <a:ln>
            <a:noFill/>
          </a:ln>
        </p:spPr>
        <p:txBody>
          <a:bodyPr spcFirstLastPara="1" wrap="square" lIns="91425" tIns="45700" rIns="91425" bIns="45700" anchor="t" anchorCtr="0">
            <a:noAutofit/>
          </a:bodyPr>
          <a:lstStyle/>
          <a:p>
            <a:pPr algn="ctr"/>
            <a:r>
              <a:rPr lang="en-US" sz="3600" b="1" dirty="0" err="1">
                <a:solidFill>
                  <a:srgbClr val="003567"/>
                </a:solidFill>
                <a:latin typeface="Montserrat"/>
              </a:rPr>
              <a:t>Arquitectura</a:t>
            </a:r>
            <a:r>
              <a:rPr lang="en-US" sz="3600" b="1" dirty="0">
                <a:solidFill>
                  <a:srgbClr val="003567"/>
                </a:solidFill>
                <a:latin typeface="Montserrat"/>
              </a:rPr>
              <a:t> de la </a:t>
            </a:r>
            <a:r>
              <a:rPr lang="en-US" sz="3600" b="1" dirty="0" err="1">
                <a:solidFill>
                  <a:srgbClr val="003567"/>
                </a:solidFill>
                <a:latin typeface="Montserrat"/>
              </a:rPr>
              <a:t>sesión</a:t>
            </a: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pic>
        <p:nvPicPr>
          <p:cNvPr id="2050" name="Picture 2" descr="gif leyendo">
            <a:extLst>
              <a:ext uri="{FF2B5EF4-FFF2-40B4-BE49-F238E27FC236}">
                <a16:creationId xmlns:a16="http://schemas.microsoft.com/office/drawing/2014/main" id="{0CDD9AD2-B7DC-1A4E-FF38-FC5C574E9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7454" y="5777171"/>
            <a:ext cx="1241971" cy="993577"/>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E39FE1FE-2CC6-79DD-3754-F2261211220E}"/>
              </a:ext>
            </a:extLst>
          </p:cNvPr>
          <p:cNvPicPr>
            <a:picLocks noChangeAspect="1"/>
          </p:cNvPicPr>
          <p:nvPr/>
        </p:nvPicPr>
        <p:blipFill>
          <a:blip r:embed="rId4"/>
          <a:stretch>
            <a:fillRect/>
          </a:stretch>
        </p:blipFill>
        <p:spPr>
          <a:xfrm>
            <a:off x="4917932" y="605048"/>
            <a:ext cx="2492518" cy="5668911"/>
          </a:xfrm>
          <a:prstGeom prst="rect">
            <a:avLst/>
          </a:prstGeom>
        </p:spPr>
      </p:pic>
    </p:spTree>
    <p:extLst>
      <p:ext uri="{BB962C8B-B14F-4D97-AF65-F5344CB8AC3E}">
        <p14:creationId xmlns:p14="http://schemas.microsoft.com/office/powerpoint/2010/main" val="788412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120253" y="0"/>
            <a:ext cx="9366771" cy="646200"/>
          </a:xfrm>
          <a:prstGeom prst="rect">
            <a:avLst/>
          </a:prstGeom>
          <a:noFill/>
          <a:ln>
            <a:noFill/>
          </a:ln>
        </p:spPr>
        <p:txBody>
          <a:bodyPr spcFirstLastPara="1" wrap="square" lIns="91425" tIns="45700" rIns="91425" bIns="45700" anchor="t" anchorCtr="0">
            <a:noAutofit/>
          </a:bodyPr>
          <a:lstStyle/>
          <a:p>
            <a:pPr algn="ctr"/>
            <a:r>
              <a:rPr lang="es-ES" sz="3600" b="1" dirty="0">
                <a:solidFill>
                  <a:srgbClr val="003567"/>
                </a:solidFill>
                <a:latin typeface="Montserrat"/>
              </a:rPr>
              <a:t>Panorama holístico del negocio y módulos candidatos</a:t>
            </a:r>
            <a:r>
              <a:rPr lang="en-US" sz="3600" b="1" dirty="0">
                <a:solidFill>
                  <a:srgbClr val="003567"/>
                </a:solidFill>
                <a:latin typeface="Montserrat"/>
              </a:rPr>
              <a:t> </a:t>
            </a: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2" name="Rectangle 1">
            <a:extLst>
              <a:ext uri="{FF2B5EF4-FFF2-40B4-BE49-F238E27FC236}">
                <a16:creationId xmlns:a16="http://schemas.microsoft.com/office/drawing/2014/main" id="{AEEC55AC-6F6A-F29F-C6D9-275D8AD7B804}"/>
              </a:ext>
            </a:extLst>
          </p:cNvPr>
          <p:cNvSpPr>
            <a:spLocks noChangeArrowheads="1"/>
          </p:cNvSpPr>
          <p:nvPr/>
        </p:nvSpPr>
        <p:spPr bwMode="auto">
          <a:xfrm>
            <a:off x="117567" y="1068190"/>
            <a:ext cx="316128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Font typeface="Arial" panose="020B0604020202020204" pitchFamily="34" charset="0"/>
              <a:buChar char="•"/>
            </a:pPr>
            <a:r>
              <a:rPr lang="es-ES" sz="2400" i="0" dirty="0">
                <a:effectLst/>
                <a:latin typeface="Roboto" panose="02000000000000000000" pitchFamily="2" charset="0"/>
              </a:rPr>
              <a:t>Antes de nombrar una sola entidad, se </a:t>
            </a:r>
            <a:r>
              <a:rPr lang="es-ES" sz="2400" i="0" dirty="0" err="1">
                <a:effectLst/>
                <a:latin typeface="Roboto" panose="02000000000000000000" pitchFamily="2" charset="0"/>
              </a:rPr>
              <a:t>sketchea</a:t>
            </a:r>
            <a:r>
              <a:rPr lang="es-ES" sz="2400" i="0" dirty="0">
                <a:effectLst/>
                <a:latin typeface="Roboto" panose="02000000000000000000" pitchFamily="2" charset="0"/>
              </a:rPr>
              <a:t> el negocio completo, de punta a punta: un flujo funcional con los módulos candidatos y cómo se conectan, sin bajar todavía al detalle de qué tabla tiene cada uno.</a:t>
            </a:r>
            <a:endParaRPr lang="es-ES" sz="2000" i="0" dirty="0">
              <a:effectLst/>
              <a:latin typeface="Roboto" panose="02000000000000000000" pitchFamily="2" charset="0"/>
            </a:endParaRPr>
          </a:p>
        </p:txBody>
      </p:sp>
      <p:pic>
        <p:nvPicPr>
          <p:cNvPr id="7" name="Imagen 6">
            <a:extLst>
              <a:ext uri="{FF2B5EF4-FFF2-40B4-BE49-F238E27FC236}">
                <a16:creationId xmlns:a16="http://schemas.microsoft.com/office/drawing/2014/main" id="{64662A68-DCBD-E64F-4841-EF0107A2080D}"/>
              </a:ext>
            </a:extLst>
          </p:cNvPr>
          <p:cNvPicPr>
            <a:picLocks noChangeAspect="1"/>
          </p:cNvPicPr>
          <p:nvPr/>
        </p:nvPicPr>
        <p:blipFill>
          <a:blip r:embed="rId3"/>
          <a:stretch>
            <a:fillRect/>
          </a:stretch>
        </p:blipFill>
        <p:spPr>
          <a:xfrm>
            <a:off x="3657599" y="1257300"/>
            <a:ext cx="7552507" cy="4962525"/>
          </a:xfrm>
          <a:prstGeom prst="rect">
            <a:avLst/>
          </a:prstGeom>
        </p:spPr>
      </p:pic>
    </p:spTree>
    <p:extLst>
      <p:ext uri="{BB962C8B-B14F-4D97-AF65-F5344CB8AC3E}">
        <p14:creationId xmlns:p14="http://schemas.microsoft.com/office/powerpoint/2010/main" val="23706390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792600" y="5577137"/>
            <a:ext cx="9034500" cy="40006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303429" y="129819"/>
            <a:ext cx="9223896" cy="646200"/>
          </a:xfrm>
          <a:prstGeom prst="rect">
            <a:avLst/>
          </a:prstGeom>
          <a:noFill/>
          <a:ln>
            <a:noFill/>
          </a:ln>
        </p:spPr>
        <p:txBody>
          <a:bodyPr spcFirstLastPara="1" wrap="square" lIns="91425" tIns="45700" rIns="91425" bIns="45700" anchor="t" anchorCtr="0">
            <a:noAutofit/>
          </a:bodyPr>
          <a:lstStyle/>
          <a:p>
            <a:pPr algn="ctr"/>
            <a:r>
              <a:rPr lang="es-ES" sz="3600" b="1" dirty="0" err="1">
                <a:solidFill>
                  <a:srgbClr val="003567"/>
                </a:solidFill>
                <a:latin typeface="Montserrat"/>
              </a:rPr>
              <a:t>Stakeholders</a:t>
            </a:r>
            <a:r>
              <a:rPr lang="es-ES" sz="3600" b="1" dirty="0">
                <a:solidFill>
                  <a:srgbClr val="003567"/>
                </a:solidFill>
                <a:latin typeface="Montserrat"/>
              </a:rPr>
              <a:t> técnicos y de negocio</a:t>
            </a:r>
            <a:endParaRPr lang="en-US" sz="3600" b="1" dirty="0">
              <a:solidFill>
                <a:srgbClr val="003567"/>
              </a:solidFill>
              <a:latin typeface="Montserrat"/>
            </a:endParaRPr>
          </a:p>
          <a:p>
            <a:pPr algn="ctr"/>
            <a:endParaRPr lang="en-US" sz="3600" b="1" dirty="0">
              <a:solidFill>
                <a:srgbClr val="003567"/>
              </a:solidFill>
              <a:latin typeface="Montserrat"/>
            </a:endParaRPr>
          </a:p>
          <a:p>
            <a:pPr algn="ctr"/>
            <a:r>
              <a:rPr lang="es-ES" sz="3600" b="1" dirty="0">
                <a:solidFill>
                  <a:srgbClr val="003567"/>
                </a:solidFill>
                <a:latin typeface="Montserrat"/>
                <a:ea typeface="Montserrat"/>
                <a:cs typeface="Montserrat"/>
                <a:sym typeface="Montserrat"/>
              </a:rPr>
              <a:t> </a:t>
            </a:r>
            <a:endParaRPr lang="es-ES" sz="4000" dirty="0">
              <a:solidFill>
                <a:srgbClr val="003567"/>
              </a:solidFill>
              <a:latin typeface="Montserrat"/>
              <a:ea typeface="Montserrat"/>
              <a:cs typeface="Montserrat"/>
              <a:sym typeface="Montserrat"/>
            </a:endParaRPr>
          </a:p>
          <a:p>
            <a:pPr marL="0" marR="0" lvl="0" indent="0" algn="ctr" rtl="0">
              <a:spcBef>
                <a:spcPts val="0"/>
              </a:spcBef>
              <a:spcAft>
                <a:spcPts val="0"/>
              </a:spcAft>
              <a:buNone/>
            </a:pP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382361" y="1064776"/>
            <a:ext cx="10144964" cy="4093428"/>
          </a:xfrm>
          <a:prstGeom prst="rect">
            <a:avLst/>
          </a:prstGeom>
          <a:noFill/>
        </p:spPr>
        <p:txBody>
          <a:bodyPr wrap="square">
            <a:spAutoFit/>
          </a:bodyPr>
          <a:lstStyle/>
          <a:p>
            <a:pPr algn="just"/>
            <a:r>
              <a:rPr lang="es-ES" sz="2000"/>
              <a:t>Administracion no aparece conectada al flujo: no participa de la secuencia de negocio, la sostiene de forma transversal (autenticación y permisos para los demás). Se nombra administracion, no seguridad: la autenticación de hoy (JWT, contenido de LP2 S10) es una decisión de implementación que se espera reemplazar con un IAM externo como Keycloak más adelante — el módulo de dominio necesita un nombre que sobreviva ese cambio, no uno atado a la tecnología actual. Este panorama se arma sin haber escrito todavía ninguna clase — basta con conocer, en una frase por caja, qué hace cada parte del negocio. Clientes aparece aquí, en el panorama, no porque alguien haya encontrado un atributo escondido en una tabla: aparece porque cualquier negocio de venta tiene, de forma evidente, un lado que vende y otro a quien se le vende — verlo desde el panorama completo evita el error de descubrirlo tarde, ya con Venta medio modelada (ver la Prueba de tres partes, 2.7, para el caso donde el panorama y las entidades no coinciden).</a:t>
            </a:r>
            <a:endParaRPr lang="en-US" sz="2000" dirty="0"/>
          </a:p>
        </p:txBody>
      </p:sp>
    </p:spTree>
    <p:extLst>
      <p:ext uri="{BB962C8B-B14F-4D97-AF65-F5344CB8AC3E}">
        <p14:creationId xmlns:p14="http://schemas.microsoft.com/office/powerpoint/2010/main" val="969185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402074" y="7082087"/>
            <a:ext cx="9691555" cy="42734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47989" y="180232"/>
            <a:ext cx="11534775" cy="646200"/>
          </a:xfrm>
          <a:prstGeom prst="rect">
            <a:avLst/>
          </a:prstGeom>
          <a:noFill/>
          <a:ln>
            <a:noFill/>
          </a:ln>
        </p:spPr>
        <p:txBody>
          <a:bodyPr spcFirstLastPara="1" wrap="square" lIns="91425" tIns="45700" rIns="91425" bIns="45700" anchor="t" anchorCtr="0">
            <a:noAutofit/>
          </a:bodyPr>
          <a:lstStyle/>
          <a:p>
            <a:pPr algn="ctr"/>
            <a:r>
              <a:rPr lang="en-US" sz="3600" b="1" dirty="0">
                <a:solidFill>
                  <a:srgbClr val="003567"/>
                </a:solidFill>
                <a:latin typeface="Montserrat"/>
              </a:rPr>
              <a:t> </a:t>
            </a:r>
            <a:r>
              <a:rPr lang="es-ES" sz="3600" b="1" dirty="0">
                <a:solidFill>
                  <a:srgbClr val="003567"/>
                </a:solidFill>
                <a:latin typeface="Montserrat"/>
              </a:rPr>
              <a:t>¿De dónde sale este panorama, en la práctica?</a:t>
            </a:r>
            <a:endParaRPr lang="en-US" sz="3600" b="1" dirty="0">
              <a:solidFill>
                <a:srgbClr val="003567"/>
              </a:solidFill>
              <a:latin typeface="Montserrat"/>
            </a:endParaRPr>
          </a:p>
          <a:p>
            <a:pPr algn="ctr"/>
            <a:r>
              <a:rPr lang="es-ES" sz="3600" b="1" dirty="0">
                <a:solidFill>
                  <a:srgbClr val="003567"/>
                </a:solidFill>
                <a:latin typeface="Montserrat"/>
              </a:rPr>
              <a:t> </a:t>
            </a:r>
            <a:endParaRPr lang="en-US" sz="40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585720" y="977325"/>
            <a:ext cx="10659314" cy="5324535"/>
          </a:xfrm>
          <a:prstGeom prst="rect">
            <a:avLst/>
          </a:prstGeom>
          <a:noFill/>
        </p:spPr>
        <p:txBody>
          <a:bodyPr wrap="square">
            <a:spAutoFit/>
          </a:bodyPr>
          <a:lstStyle/>
          <a:p>
            <a:pPr algn="just">
              <a:buFont typeface="Arial" panose="020B0604020202020204" pitchFamily="34" charset="0"/>
              <a:buChar char="•"/>
            </a:pPr>
            <a:r>
              <a:rPr lang="es-ES" sz="2000" b="1" i="0" dirty="0">
                <a:effectLst/>
                <a:latin typeface="Roboto" panose="02000000000000000000" pitchFamily="2" charset="0"/>
              </a:rPr>
              <a:t>Juicio de experto:</a:t>
            </a:r>
            <a:r>
              <a:rPr lang="es-ES" sz="2000" b="0" i="0" dirty="0">
                <a:effectLst/>
                <a:latin typeface="Roboto" panose="02000000000000000000" pitchFamily="2" charset="0"/>
              </a:rPr>
              <a:t> conversar con quien conoce el negocio de primera mano. Para tu propio </a:t>
            </a:r>
            <a:r>
              <a:rPr lang="es-ES" sz="2000" b="0" i="0" dirty="0" err="1">
                <a:effectLst/>
                <a:latin typeface="Roboto" panose="02000000000000000000" pitchFamily="2" charset="0"/>
              </a:rPr>
              <a:t>Brief</a:t>
            </a:r>
            <a:r>
              <a:rPr lang="es-ES" sz="2000" b="0" i="0" dirty="0">
                <a:effectLst/>
                <a:latin typeface="Roboto" panose="02000000000000000000" pitchFamily="2" charset="0"/>
              </a:rPr>
              <a:t> técnico, ese experto suele ser accesible de inmediato: quien redactó el </a:t>
            </a:r>
            <a:r>
              <a:rPr lang="es-ES" sz="2000" b="0" i="0" dirty="0" err="1">
                <a:effectLst/>
                <a:latin typeface="Roboto" panose="02000000000000000000" pitchFamily="2" charset="0"/>
              </a:rPr>
              <a:t>brief</a:t>
            </a:r>
            <a:r>
              <a:rPr lang="es-ES" sz="2000" b="0" i="0" dirty="0">
                <a:effectLst/>
                <a:latin typeface="Roboto" panose="02000000000000000000" pitchFamily="2" charset="0"/>
              </a:rPr>
              <a:t>, o el propio equipo si el proyecto nace de una idea propia. Es la vía más directa cuando el negocio ya está definido, aunque sea informalmente.</a:t>
            </a:r>
          </a:p>
          <a:p>
            <a:pPr algn="just">
              <a:buFont typeface="Arial" panose="020B0604020202020204" pitchFamily="34" charset="0"/>
              <a:buChar char="•"/>
            </a:pPr>
            <a:r>
              <a:rPr lang="es-ES" sz="2000" b="1" i="0" dirty="0" err="1">
                <a:effectLst/>
                <a:latin typeface="Roboto" panose="02000000000000000000" pitchFamily="2" charset="0"/>
              </a:rPr>
              <a:t>Event</a:t>
            </a:r>
            <a:r>
              <a:rPr lang="es-ES" sz="2000" b="1" i="0" dirty="0">
                <a:effectLst/>
                <a:latin typeface="Roboto" panose="02000000000000000000" pitchFamily="2" charset="0"/>
              </a:rPr>
              <a:t> </a:t>
            </a:r>
            <a:r>
              <a:rPr lang="es-ES" sz="2000" b="1" i="0" dirty="0" err="1">
                <a:effectLst/>
                <a:latin typeface="Roboto" panose="02000000000000000000" pitchFamily="2" charset="0"/>
              </a:rPr>
              <a:t>Storming</a:t>
            </a:r>
            <a:r>
              <a:rPr lang="es-ES" sz="2000" b="1" i="0" dirty="0">
                <a:effectLst/>
                <a:latin typeface="Roboto" panose="02000000000000000000" pitchFamily="2" charset="0"/>
              </a:rPr>
              <a:t> (Alberto </a:t>
            </a:r>
            <a:r>
              <a:rPr lang="es-ES" sz="2000" b="1" i="0" dirty="0" err="1">
                <a:effectLst/>
                <a:latin typeface="Roboto" panose="02000000000000000000" pitchFamily="2" charset="0"/>
              </a:rPr>
              <a:t>Brandolini</a:t>
            </a:r>
            <a:r>
              <a:rPr lang="es-ES" sz="2000" b="1" i="0" dirty="0">
                <a:effectLst/>
                <a:latin typeface="Roboto" panose="02000000000000000000" pitchFamily="2" charset="0"/>
              </a:rPr>
              <a:t>):</a:t>
            </a:r>
            <a:r>
              <a:rPr lang="es-ES" sz="2000" b="0" i="0" dirty="0">
                <a:effectLst/>
                <a:latin typeface="Roboto" panose="02000000000000000000" pitchFamily="2" charset="0"/>
              </a:rPr>
              <a:t> un taller colaborativo con el negocio en vivo — el equipo completo (técnicos y </a:t>
            </a:r>
            <a:r>
              <a:rPr lang="es-ES" sz="2000" b="0" i="0" dirty="0" err="1">
                <a:effectLst/>
                <a:latin typeface="Roboto" panose="02000000000000000000" pitchFamily="2" charset="0"/>
              </a:rPr>
              <a:t>stakeholders</a:t>
            </a:r>
            <a:r>
              <a:rPr lang="es-ES" sz="2000" b="0" i="0" dirty="0">
                <a:effectLst/>
                <a:latin typeface="Roboto" panose="02000000000000000000" pitchFamily="2" charset="0"/>
              </a:rPr>
              <a:t>) pega notas </a:t>
            </a:r>
            <a:r>
              <a:rPr lang="es-ES" sz="2000" b="0" i="0" dirty="0" err="1">
                <a:effectLst/>
                <a:latin typeface="Roboto" panose="02000000000000000000" pitchFamily="2" charset="0"/>
              </a:rPr>
              <a:t>post-it</a:t>
            </a:r>
            <a:r>
              <a:rPr lang="es-ES" sz="2000" b="0" i="0" dirty="0">
                <a:effectLst/>
                <a:latin typeface="Roboto" panose="02000000000000000000" pitchFamily="2" charset="0"/>
              </a:rPr>
              <a:t> de color naranja con eventos de negocio ("Reserva registrada", "Venta anulada") sobre una superficie compartida, en orden cronológico, sin discutir todavía tablas ni clases. Los módulos candidatos emergen de cómo esos eventos se agrupan solos. Es la técnica más rica, pero exige tener al negocio en vivo y tiempo de taller — no siempre está disponible en un curso.</a:t>
            </a:r>
          </a:p>
          <a:p>
            <a:pPr algn="just">
              <a:buFont typeface="Arial" panose="020B0604020202020204" pitchFamily="34" charset="0"/>
              <a:buChar char="•"/>
            </a:pPr>
            <a:r>
              <a:rPr lang="es-ES" sz="2000" b="1" i="0" dirty="0">
                <a:effectLst/>
                <a:latin typeface="Roboto" panose="02000000000000000000" pitchFamily="2" charset="0"/>
              </a:rPr>
              <a:t>Benchmarking contra un sistema de referencia:</a:t>
            </a:r>
            <a:r>
              <a:rPr lang="es-ES" sz="2000" b="0" i="0" dirty="0">
                <a:effectLst/>
                <a:latin typeface="Roboto" panose="02000000000000000000" pitchFamily="2" charset="0"/>
              </a:rPr>
              <a:t> cuando no hay experto disponible ni tiempo de taller — el caso típico al analizar un sistema ya existente solo a partir de su documento de alcance (ver el ejercicio de </a:t>
            </a:r>
            <a:r>
              <a:rPr lang="es-ES" sz="2000" b="0" i="0" dirty="0" err="1">
                <a:effectLst/>
                <a:latin typeface="Roboto" panose="02000000000000000000" pitchFamily="2" charset="0"/>
              </a:rPr>
              <a:t>Telo</a:t>
            </a:r>
            <a:r>
              <a:rPr lang="es-ES" sz="2000" b="0" i="0" dirty="0">
                <a:effectLst/>
                <a:latin typeface="Roboto" panose="02000000000000000000" pitchFamily="2" charset="0"/>
              </a:rPr>
              <a:t>) — se compara el alcance real contra lo que un sistema de esa misma categoría suele resolver en la industria. Es la vía menos precisa de las tres: hay que declararla explícitamente como tal, porque el resultado es una hipótesis a validar, no un hecho confirmado por el negocio.</a:t>
            </a:r>
          </a:p>
          <a:p>
            <a:pPr algn="just"/>
            <a:endParaRPr lang="en-US" sz="2000" dirty="0"/>
          </a:p>
        </p:txBody>
      </p:sp>
    </p:spTree>
    <p:extLst>
      <p:ext uri="{BB962C8B-B14F-4D97-AF65-F5344CB8AC3E}">
        <p14:creationId xmlns:p14="http://schemas.microsoft.com/office/powerpoint/2010/main" val="1110347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5729921" y="8072688"/>
            <a:ext cx="4801653" cy="780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661920" y="1024950"/>
            <a:ext cx="10659314" cy="5262979"/>
          </a:xfrm>
          <a:prstGeom prst="rect">
            <a:avLst/>
          </a:prstGeom>
          <a:noFill/>
        </p:spPr>
        <p:txBody>
          <a:bodyPr wrap="square">
            <a:spAutoFit/>
          </a:bodyPr>
          <a:lstStyle/>
          <a:p>
            <a:pPr algn="just"/>
            <a:r>
              <a:rPr lang="es-ES" sz="2400" dirty="0"/>
              <a:t>Estas tres técnicas responden la misma pregunta ("¿qué módulos tiene este negocio?") con distinto nivel de certeza — de mayor a menor: negocio en vivo con taller (</a:t>
            </a:r>
            <a:r>
              <a:rPr lang="es-ES" sz="2400" dirty="0" err="1"/>
              <a:t>Event</a:t>
            </a:r>
            <a:r>
              <a:rPr lang="es-ES" sz="2400" dirty="0"/>
              <a:t> </a:t>
            </a:r>
            <a:r>
              <a:rPr lang="es-ES" sz="2400" dirty="0" err="1"/>
              <a:t>Storming</a:t>
            </a:r>
            <a:r>
              <a:rPr lang="es-ES" sz="2400" dirty="0"/>
              <a:t>) &gt; negocio ya definido con experto accesible (juicio de experto) &gt; solo un documento escrito, sin nadie a quien preguntar (benchmarking). Ninguna es "la correcta" de forma absoluta; la que corresponde es la que el insumo disponible permite aplicar.</a:t>
            </a:r>
          </a:p>
          <a:p>
            <a:pPr algn="just"/>
            <a:endParaRPr lang="es-ES" sz="2400" dirty="0"/>
          </a:p>
          <a:p>
            <a:pPr algn="just"/>
            <a:r>
              <a:rPr lang="es-ES" sz="2400" dirty="0"/>
              <a:t>Error frecuente: saltar directo a diseñar tablas o clases sin haber </a:t>
            </a:r>
            <a:r>
              <a:rPr lang="es-ES" sz="2400" dirty="0" err="1"/>
              <a:t>sketcheado</a:t>
            </a:r>
            <a:r>
              <a:rPr lang="es-ES" sz="2400" dirty="0"/>
              <a:t> antes el panorama completo — el resultado casi siempre es un módulo importante descubierto tarde (como Clientes o Proveedor), cuando ya cuesta más corregirlo. Un segundo error, más sutil: presentar un panorama construido por benchmarking como si viniera de un experto real — hay que decir explícitamente con qué técnica se llegó a cada módulo candidato, porque cambia cuánta confianza merece.</a:t>
            </a:r>
            <a:r>
              <a:rPr lang="en-US" sz="2400" dirty="0"/>
              <a:t>.</a:t>
            </a:r>
          </a:p>
        </p:txBody>
      </p:sp>
    </p:spTree>
    <p:extLst>
      <p:ext uri="{BB962C8B-B14F-4D97-AF65-F5344CB8AC3E}">
        <p14:creationId xmlns:p14="http://schemas.microsoft.com/office/powerpoint/2010/main" val="1519704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5729921" y="8072688"/>
            <a:ext cx="4801653" cy="7805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519045" y="0"/>
            <a:ext cx="10659314" cy="6370975"/>
          </a:xfrm>
          <a:prstGeom prst="rect">
            <a:avLst/>
          </a:prstGeom>
          <a:noFill/>
        </p:spPr>
        <p:txBody>
          <a:bodyPr wrap="square">
            <a:spAutoFit/>
          </a:bodyPr>
          <a:lstStyle/>
          <a:p>
            <a:pPr algn="just"/>
            <a:r>
              <a:rPr lang="es-ES" sz="2400" dirty="0"/>
              <a:t>Estas tres técnicas responden la misma pregunta ("¿qué módulos tiene este negocio?") con distinto nivel de certeza — de mayor a menor: negocio en vivo con taller (</a:t>
            </a:r>
            <a:r>
              <a:rPr lang="es-ES" sz="2400" dirty="0" err="1"/>
              <a:t>Event</a:t>
            </a:r>
            <a:r>
              <a:rPr lang="es-ES" sz="2400" dirty="0"/>
              <a:t> </a:t>
            </a:r>
            <a:r>
              <a:rPr lang="es-ES" sz="2400" dirty="0" err="1"/>
              <a:t>Storming</a:t>
            </a:r>
            <a:r>
              <a:rPr lang="es-ES" sz="2400" dirty="0"/>
              <a:t>) &gt; negocio ya definido con experto accesible (juicio de experto) &gt; solo un documento escrito, sin nadie a quien preguntar (benchmarking). Ninguna es "la correcta" de forma absoluta; la que corresponde es la que el insumo disponible permite aplicar.</a:t>
            </a:r>
          </a:p>
          <a:p>
            <a:pPr algn="just"/>
            <a:endParaRPr lang="es-ES" sz="2400" dirty="0"/>
          </a:p>
          <a:p>
            <a:pPr algn="just"/>
            <a:endParaRPr lang="es-ES" sz="2400" dirty="0"/>
          </a:p>
          <a:p>
            <a:pPr algn="just"/>
            <a:endParaRPr lang="es-ES" sz="2400" dirty="0"/>
          </a:p>
          <a:p>
            <a:pPr algn="just"/>
            <a:endParaRPr lang="es-ES" sz="2400" dirty="0"/>
          </a:p>
          <a:p>
            <a:pPr algn="just"/>
            <a:r>
              <a:rPr lang="es-ES" sz="2400" dirty="0"/>
              <a:t>Error frecuente: saltar directo a diseñar tablas o clases sin haber </a:t>
            </a:r>
            <a:r>
              <a:rPr lang="es-ES" sz="2400" dirty="0" err="1"/>
              <a:t>sketcheado</a:t>
            </a:r>
            <a:r>
              <a:rPr lang="es-ES" sz="2400" dirty="0"/>
              <a:t> antes el panorama completo — el resultado casi siempre es un módulo importante descubierto tarde (como Clientes o Proveedor), cuando ya cuesta más corregirlo. Un segundo error, más sutil: presentar un panorama construido por benchmarking como si viniera de un experto real — hay que decir explícitamente con qué técnica se llegó a cada módulo candidato, porque cambia cuánta confianza merece.</a:t>
            </a:r>
            <a:endParaRPr lang="en-US" sz="2400" dirty="0"/>
          </a:p>
        </p:txBody>
      </p:sp>
      <p:pic>
        <p:nvPicPr>
          <p:cNvPr id="3" name="Imagen 2">
            <a:extLst>
              <a:ext uri="{FF2B5EF4-FFF2-40B4-BE49-F238E27FC236}">
                <a16:creationId xmlns:a16="http://schemas.microsoft.com/office/drawing/2014/main" id="{ADE1A4C6-1C46-EDAE-14E4-024083641856}"/>
              </a:ext>
            </a:extLst>
          </p:cNvPr>
          <p:cNvPicPr>
            <a:picLocks noChangeAspect="1"/>
          </p:cNvPicPr>
          <p:nvPr/>
        </p:nvPicPr>
        <p:blipFill>
          <a:blip r:embed="rId3"/>
          <a:stretch>
            <a:fillRect/>
          </a:stretch>
        </p:blipFill>
        <p:spPr>
          <a:xfrm>
            <a:off x="4342118" y="2259251"/>
            <a:ext cx="3087382" cy="1412567"/>
          </a:xfrm>
          <a:prstGeom prst="rect">
            <a:avLst/>
          </a:prstGeom>
        </p:spPr>
      </p:pic>
    </p:spTree>
    <p:extLst>
      <p:ext uri="{BB962C8B-B14F-4D97-AF65-F5344CB8AC3E}">
        <p14:creationId xmlns:p14="http://schemas.microsoft.com/office/powerpoint/2010/main" val="2688154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402074" y="7082087"/>
            <a:ext cx="9691555" cy="42734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47989" y="180232"/>
            <a:ext cx="11534775" cy="646200"/>
          </a:xfrm>
          <a:prstGeom prst="rect">
            <a:avLst/>
          </a:prstGeom>
          <a:noFill/>
          <a:ln>
            <a:noFill/>
          </a:ln>
        </p:spPr>
        <p:txBody>
          <a:bodyPr spcFirstLastPara="1" wrap="square" lIns="91425" tIns="45700" rIns="91425" bIns="45700" anchor="t" anchorCtr="0">
            <a:noAutofit/>
          </a:bodyPr>
          <a:lstStyle/>
          <a:p>
            <a:pPr algn="ctr"/>
            <a:r>
              <a:rPr lang="en-US" sz="3600" b="1" dirty="0" err="1">
                <a:solidFill>
                  <a:srgbClr val="003567"/>
                </a:solidFill>
                <a:latin typeface="Montserrat"/>
              </a:rPr>
              <a:t>Clasificación</a:t>
            </a:r>
            <a:r>
              <a:rPr lang="en-US" sz="3600" b="1" dirty="0">
                <a:solidFill>
                  <a:srgbClr val="003567"/>
                </a:solidFill>
                <a:latin typeface="Montserrat"/>
              </a:rPr>
              <a:t> de </a:t>
            </a:r>
            <a:r>
              <a:rPr lang="en-US" sz="3600" b="1" dirty="0" err="1">
                <a:solidFill>
                  <a:srgbClr val="003567"/>
                </a:solidFill>
                <a:latin typeface="Montserrat"/>
              </a:rPr>
              <a:t>subdominios</a:t>
            </a:r>
            <a:endParaRPr lang="en-US" sz="3600" b="1" dirty="0">
              <a:solidFill>
                <a:srgbClr val="003567"/>
              </a:solidFill>
              <a:latin typeface="Montserrat"/>
            </a:endParaRPr>
          </a:p>
          <a:p>
            <a:pPr algn="ctr"/>
            <a:endParaRPr lang="en-US" sz="4000" dirty="0">
              <a:solidFill>
                <a:srgbClr val="003567"/>
              </a:solidFill>
              <a:latin typeface="Montserrat"/>
              <a:ea typeface="Montserrat"/>
              <a:cs typeface="Montserrat"/>
              <a:sym typeface="Montserrat"/>
            </a:endParaRPr>
          </a:p>
        </p:txBody>
      </p:sp>
      <p:sp>
        <p:nvSpPr>
          <p:cNvPr id="5" name="CuadroTexto 4">
            <a:extLst>
              <a:ext uri="{FF2B5EF4-FFF2-40B4-BE49-F238E27FC236}">
                <a16:creationId xmlns:a16="http://schemas.microsoft.com/office/drawing/2014/main" id="{F1636988-D035-3582-8A00-82D0ABED2C41}"/>
              </a:ext>
            </a:extLst>
          </p:cNvPr>
          <p:cNvSpPr txBox="1"/>
          <p:nvPr/>
        </p:nvSpPr>
        <p:spPr>
          <a:xfrm>
            <a:off x="547621" y="1338483"/>
            <a:ext cx="3119503" cy="3416320"/>
          </a:xfrm>
          <a:prstGeom prst="rect">
            <a:avLst/>
          </a:prstGeom>
          <a:noFill/>
        </p:spPr>
        <p:txBody>
          <a:bodyPr wrap="square">
            <a:spAutoFit/>
          </a:bodyPr>
          <a:lstStyle/>
          <a:p>
            <a:pPr algn="just"/>
            <a:r>
              <a:rPr lang="es-ES" sz="2400" dirty="0"/>
              <a:t>Con los módulos candidatos ya nombrados (2.2),toca decidir qué tan importante es cada uno para el negocio — no todos merecen el mismo esfuerzo de modelado.</a:t>
            </a:r>
            <a:endParaRPr lang="en-US" sz="2400" dirty="0"/>
          </a:p>
        </p:txBody>
      </p:sp>
      <p:pic>
        <p:nvPicPr>
          <p:cNvPr id="3" name="Imagen 2">
            <a:extLst>
              <a:ext uri="{FF2B5EF4-FFF2-40B4-BE49-F238E27FC236}">
                <a16:creationId xmlns:a16="http://schemas.microsoft.com/office/drawing/2014/main" id="{24A6AFF8-4A9A-1259-D65B-F94DE90E79BB}"/>
              </a:ext>
            </a:extLst>
          </p:cNvPr>
          <p:cNvPicPr>
            <a:picLocks noChangeAspect="1"/>
          </p:cNvPicPr>
          <p:nvPr/>
        </p:nvPicPr>
        <p:blipFill>
          <a:blip r:embed="rId3"/>
          <a:stretch>
            <a:fillRect/>
          </a:stretch>
        </p:blipFill>
        <p:spPr>
          <a:xfrm>
            <a:off x="4113407" y="886066"/>
            <a:ext cx="7249918" cy="5267084"/>
          </a:xfrm>
          <a:prstGeom prst="rect">
            <a:avLst/>
          </a:prstGeom>
        </p:spPr>
      </p:pic>
    </p:spTree>
    <p:extLst>
      <p:ext uri="{BB962C8B-B14F-4D97-AF65-F5344CB8AC3E}">
        <p14:creationId xmlns:p14="http://schemas.microsoft.com/office/powerpoint/2010/main" val="2613159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402074" y="7082087"/>
            <a:ext cx="9691555" cy="42734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7" name="CuadroTexto 6">
            <a:extLst>
              <a:ext uri="{FF2B5EF4-FFF2-40B4-BE49-F238E27FC236}">
                <a16:creationId xmlns:a16="http://schemas.microsoft.com/office/drawing/2014/main" id="{0ECEA4DA-E06E-4522-F553-8D4873D1A107}"/>
              </a:ext>
            </a:extLst>
          </p:cNvPr>
          <p:cNvSpPr txBox="1"/>
          <p:nvPr/>
        </p:nvSpPr>
        <p:spPr>
          <a:xfrm>
            <a:off x="529222" y="576483"/>
            <a:ext cx="11135143" cy="4524315"/>
          </a:xfrm>
          <a:prstGeom prst="rect">
            <a:avLst/>
          </a:prstGeom>
          <a:noFill/>
        </p:spPr>
        <p:txBody>
          <a:bodyPr wrap="square">
            <a:spAutoFit/>
          </a:bodyPr>
          <a:lstStyle/>
          <a:p>
            <a:pPr algn="just"/>
            <a:r>
              <a:rPr lang="es-ES" sz="2400" dirty="0"/>
              <a:t>Un subdominio Core justifica invertir el mayor esfuerzo de modelado (por eso ventas es el único módulo, junto con catalogo y clientes, con sesión propia ya en esta unidad); un subdominio </a:t>
            </a:r>
            <a:r>
              <a:rPr lang="es-ES" sz="2400" dirty="0" err="1"/>
              <a:t>Generic</a:t>
            </a:r>
            <a:r>
              <a:rPr lang="es-ES" sz="2400" dirty="0"/>
              <a:t> casi nunca debería construirse desde cero en un proyecto real — se reconoce igual, aunque este curso lo construya por razones pedagógicas.</a:t>
            </a:r>
          </a:p>
          <a:p>
            <a:pPr algn="just"/>
            <a:endParaRPr lang="es-ES" sz="2400" dirty="0"/>
          </a:p>
          <a:p>
            <a:pPr algn="just"/>
            <a:endParaRPr lang="es-ES" sz="2400" dirty="0"/>
          </a:p>
          <a:p>
            <a:pPr algn="just"/>
            <a:endParaRPr lang="es-ES" sz="2400" dirty="0"/>
          </a:p>
          <a:p>
            <a:pPr algn="just"/>
            <a:endParaRPr lang="es-ES" sz="2400" dirty="0"/>
          </a:p>
          <a:p>
            <a:pPr algn="just"/>
            <a:r>
              <a:rPr lang="es-ES" sz="2400" dirty="0"/>
              <a:t>Error frecuente: tratar todos los módulos candidatos como si tuvieran la misma importancia — un subdominio Core exige el modelado más cuidadoso; uno </a:t>
            </a:r>
            <a:r>
              <a:rPr lang="es-ES" sz="2400" dirty="0" err="1"/>
              <a:t>Generic</a:t>
            </a:r>
            <a:r>
              <a:rPr lang="es-ES" sz="2400" dirty="0"/>
              <a:t> no debería competir por ese mismo esfuerzo.</a:t>
            </a:r>
            <a:endParaRPr lang="en-US" sz="2400" dirty="0"/>
          </a:p>
        </p:txBody>
      </p:sp>
      <p:pic>
        <p:nvPicPr>
          <p:cNvPr id="8" name="Imagen 7">
            <a:extLst>
              <a:ext uri="{FF2B5EF4-FFF2-40B4-BE49-F238E27FC236}">
                <a16:creationId xmlns:a16="http://schemas.microsoft.com/office/drawing/2014/main" id="{1373F74E-73EA-6EE0-06CE-49BDF352077B}"/>
              </a:ext>
            </a:extLst>
          </p:cNvPr>
          <p:cNvPicPr>
            <a:picLocks noChangeAspect="1"/>
          </p:cNvPicPr>
          <p:nvPr/>
        </p:nvPicPr>
        <p:blipFill>
          <a:blip r:embed="rId3"/>
          <a:stretch>
            <a:fillRect/>
          </a:stretch>
        </p:blipFill>
        <p:spPr>
          <a:xfrm>
            <a:off x="4342118" y="2259251"/>
            <a:ext cx="3087382" cy="1412567"/>
          </a:xfrm>
          <a:prstGeom prst="rect">
            <a:avLst/>
          </a:prstGeom>
        </p:spPr>
      </p:pic>
    </p:spTree>
    <p:extLst>
      <p:ext uri="{BB962C8B-B14F-4D97-AF65-F5344CB8AC3E}">
        <p14:creationId xmlns:p14="http://schemas.microsoft.com/office/powerpoint/2010/main" val="121055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402074" y="7082087"/>
            <a:ext cx="9691555" cy="42734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147989" y="180232"/>
            <a:ext cx="11534775" cy="646200"/>
          </a:xfrm>
          <a:prstGeom prst="rect">
            <a:avLst/>
          </a:prstGeom>
          <a:noFill/>
          <a:ln>
            <a:noFill/>
          </a:ln>
        </p:spPr>
        <p:txBody>
          <a:bodyPr spcFirstLastPara="1" wrap="square" lIns="91425" tIns="45700" rIns="91425" bIns="45700" anchor="t" anchorCtr="0">
            <a:noAutofit/>
          </a:bodyPr>
          <a:lstStyle/>
          <a:p>
            <a:pPr algn="ctr"/>
            <a:r>
              <a:rPr lang="es-ES" sz="2800" b="1" dirty="0">
                <a:solidFill>
                  <a:srgbClr val="003567"/>
                </a:solidFill>
                <a:latin typeface="Montserrat"/>
              </a:rPr>
              <a:t>Entidades y reglas de negocio, dentro de cada módulo</a:t>
            </a:r>
            <a:endParaRPr lang="en-US" sz="28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510824" y="712132"/>
            <a:ext cx="10896600" cy="5632311"/>
          </a:xfrm>
          <a:prstGeom prst="rect">
            <a:avLst/>
          </a:prstGeom>
          <a:noFill/>
        </p:spPr>
        <p:txBody>
          <a:bodyPr wrap="square">
            <a:spAutoFit/>
          </a:bodyPr>
          <a:lstStyle/>
          <a:p>
            <a:pPr algn="just"/>
            <a:r>
              <a:rPr lang="es-ES" sz="1800" i="0" dirty="0">
                <a:effectLst/>
                <a:latin typeface="Roboto" panose="02000000000000000000" pitchFamily="2" charset="0"/>
              </a:rPr>
              <a:t>Recién ahora, con el panorama y la clasificación ya hechos, se baja al detalle de cada módulo: qué entidades tiene y qué reglas de negocio protege. Una entidad tiene identidad propia (un identificador que la distingue) y cambia de estado en el tiempo sin dejar de ser la misma instancia. Una regla de negocio es una condición que el dominio impone sobre esos cambios de estado, independiente de cómo se implemente después en código o base de datos.</a:t>
            </a:r>
          </a:p>
          <a:p>
            <a:pPr algn="just">
              <a:buFont typeface="Arial" panose="020B0604020202020204" pitchFamily="34" charset="0"/>
              <a:buChar char="•"/>
            </a:pPr>
            <a:endParaRPr lang="es-ES" sz="1800" i="0" dirty="0">
              <a:effectLst/>
              <a:latin typeface="Roboto" panose="02000000000000000000" pitchFamily="2" charset="0"/>
            </a:endParaRPr>
          </a:p>
          <a:p>
            <a:pPr algn="just"/>
            <a:r>
              <a:rPr lang="es-ES" sz="1800" i="0" dirty="0">
                <a:effectLst/>
                <a:latin typeface="Roboto" panose="02000000000000000000" pitchFamily="2" charset="0"/>
              </a:rPr>
              <a:t>En </a:t>
            </a:r>
            <a:r>
              <a:rPr lang="es-ES" sz="1800" i="0" dirty="0" err="1">
                <a:effectLst/>
                <a:latin typeface="Roboto" panose="02000000000000000000" pitchFamily="2" charset="0"/>
              </a:rPr>
              <a:t>BomERP</a:t>
            </a:r>
            <a:r>
              <a:rPr lang="es-ES" sz="1800" i="0" dirty="0">
                <a:effectLst/>
                <a:latin typeface="Roboto" panose="02000000000000000000" pitchFamily="2" charset="0"/>
              </a:rPr>
              <a:t>, dentro de los módulos con sesión propia esta unidad:</a:t>
            </a:r>
          </a:p>
          <a:p>
            <a:pPr algn="just"/>
            <a:endParaRPr lang="es-ES" sz="1800" i="0" dirty="0">
              <a:effectLst/>
              <a:latin typeface="Roboto" panose="02000000000000000000" pitchFamily="2" charset="0"/>
            </a:endParaRPr>
          </a:p>
          <a:p>
            <a:pPr algn="just">
              <a:buFont typeface="Arial" panose="020B0604020202020204" pitchFamily="34" charset="0"/>
              <a:buChar char="•"/>
            </a:pPr>
            <a:r>
              <a:rPr lang="es-ES" sz="1800" b="1" i="0" dirty="0">
                <a:effectLst/>
                <a:latin typeface="Roboto" panose="02000000000000000000" pitchFamily="2" charset="0"/>
              </a:rPr>
              <a:t>catalogo: </a:t>
            </a:r>
            <a:r>
              <a:rPr lang="es-ES" sz="1800" i="0" dirty="0" err="1">
                <a:effectLst/>
                <a:latin typeface="Roboto" panose="02000000000000000000" pitchFamily="2" charset="0"/>
              </a:rPr>
              <a:t>Categoria</a:t>
            </a:r>
            <a:r>
              <a:rPr lang="es-ES" sz="1800" i="0" dirty="0">
                <a:effectLst/>
                <a:latin typeface="Roboto" panose="02000000000000000000" pitchFamily="2" charset="0"/>
              </a:rPr>
              <a:t>, Producto. Regla: un producto se registra con una categoría existente; un descuento no puede dejar el precio fuera de rango razonable.</a:t>
            </a:r>
          </a:p>
          <a:p>
            <a:pPr algn="just">
              <a:buFont typeface="Arial" panose="020B0604020202020204" pitchFamily="34" charset="0"/>
              <a:buChar char="•"/>
            </a:pPr>
            <a:r>
              <a:rPr lang="es-ES" sz="1800" b="1" i="0" dirty="0">
                <a:effectLst/>
                <a:latin typeface="Roboto" panose="02000000000000000000" pitchFamily="2" charset="0"/>
              </a:rPr>
              <a:t>ventas: </a:t>
            </a:r>
            <a:r>
              <a:rPr lang="es-ES" sz="1800" i="0" dirty="0">
                <a:effectLst/>
                <a:latin typeface="Roboto" panose="02000000000000000000" pitchFamily="2" charset="0"/>
              </a:rPr>
              <a:t>Venta, </a:t>
            </a:r>
            <a:r>
              <a:rPr lang="es-ES" sz="1800" i="0" dirty="0" err="1">
                <a:effectLst/>
                <a:latin typeface="Roboto" panose="02000000000000000000" pitchFamily="2" charset="0"/>
              </a:rPr>
              <a:t>DetalleVenta</a:t>
            </a:r>
            <a:r>
              <a:rPr lang="es-ES" sz="1800" i="0" dirty="0">
                <a:effectLst/>
                <a:latin typeface="Roboto" panose="02000000000000000000" pitchFamily="2" charset="0"/>
              </a:rPr>
              <a:t>. Regla: el total de una venta debe cuadrar con la suma de sus detalles; solo una venta en estado REGISTRADA puede anularse; no puede registrarse un detalle con stock insuficiente; una venta debe estar asociada a un cliente registrado.</a:t>
            </a:r>
          </a:p>
          <a:p>
            <a:pPr algn="just">
              <a:buFont typeface="Arial" panose="020B0604020202020204" pitchFamily="34" charset="0"/>
              <a:buChar char="•"/>
            </a:pPr>
            <a:r>
              <a:rPr lang="es-ES" sz="1800" b="1" i="0" dirty="0">
                <a:effectLst/>
                <a:latin typeface="Roboto" panose="02000000000000000000" pitchFamily="2" charset="0"/>
              </a:rPr>
              <a:t>clientes: </a:t>
            </a:r>
            <a:r>
              <a:rPr lang="es-ES" sz="1800" i="0" dirty="0">
                <a:effectLst/>
                <a:latin typeface="Roboto" panose="02000000000000000000" pitchFamily="2" charset="0"/>
              </a:rPr>
              <a:t>Cliente. Regla: un cliente suspendido no puede registrar una venta nueva. Cliente ya aparecía referenciado en el diagrama de clases de u2/ads-producto.md (</a:t>
            </a:r>
            <a:r>
              <a:rPr lang="es-ES" sz="1800" i="0" dirty="0" err="1">
                <a:effectLst/>
                <a:latin typeface="Roboto" panose="02000000000000000000" pitchFamily="2" charset="0"/>
              </a:rPr>
              <a:t>Venta.cliente</a:t>
            </a:r>
            <a:r>
              <a:rPr lang="es-ES" sz="1800" i="0" dirty="0">
                <a:effectLst/>
                <a:latin typeface="Roboto" panose="02000000000000000000" pitchFamily="2" charset="0"/>
              </a:rPr>
              <a:t>) — confirma, a nivel de entidad, lo que el panorama de 2.2 ya había anticipado a nivel de módulo.</a:t>
            </a:r>
          </a:p>
          <a:p>
            <a:pPr algn="just"/>
            <a:endParaRPr lang="es-ES" sz="1800" i="0" dirty="0">
              <a:effectLst/>
              <a:latin typeface="Roboto" panose="02000000000000000000" pitchFamily="2" charset="0"/>
            </a:endParaRPr>
          </a:p>
          <a:p>
            <a:pPr algn="just"/>
            <a:r>
              <a:rPr lang="es-ES" sz="1800" i="0" dirty="0">
                <a:effectLst/>
                <a:latin typeface="Roboto" panose="02000000000000000000" pitchFamily="2" charset="0"/>
              </a:rPr>
              <a:t>Los módulos candidatos sin sesión propia (inventario, compras, </a:t>
            </a:r>
            <a:r>
              <a:rPr lang="es-ES" sz="1800" i="0" dirty="0" err="1">
                <a:effectLst/>
                <a:latin typeface="Roboto" panose="02000000000000000000" pitchFamily="2" charset="0"/>
              </a:rPr>
              <a:t>administracion</a:t>
            </a:r>
            <a:r>
              <a:rPr lang="es-ES" sz="1800" i="0" dirty="0">
                <a:effectLst/>
                <a:latin typeface="Roboto" panose="02000000000000000000" pitchFamily="2" charset="0"/>
              </a:rPr>
              <a:t>) todavía no se modelan en profundidad — tienen nombre y razón de ser (2.2-2.3), pero sus entidades (</a:t>
            </a:r>
            <a:r>
              <a:rPr lang="es-ES" sz="1800" i="0" dirty="0" err="1">
                <a:effectLst/>
                <a:latin typeface="Roboto" panose="02000000000000000000" pitchFamily="2" charset="0"/>
              </a:rPr>
              <a:t>MovimientoStock</a:t>
            </a:r>
            <a:r>
              <a:rPr lang="es-ES" sz="1800" i="0" dirty="0">
                <a:effectLst/>
                <a:latin typeface="Roboto" panose="02000000000000000000" pitchFamily="2" charset="0"/>
              </a:rPr>
              <a:t>, </a:t>
            </a:r>
            <a:r>
              <a:rPr lang="es-ES" sz="1800" i="0" dirty="0" err="1">
                <a:effectLst/>
                <a:latin typeface="Roboto" panose="02000000000000000000" pitchFamily="2" charset="0"/>
              </a:rPr>
              <a:t>OrdenCompra</a:t>
            </a:r>
            <a:r>
              <a:rPr lang="es-ES" sz="1800" i="0" dirty="0">
                <a:effectLst/>
                <a:latin typeface="Roboto" panose="02000000000000000000" pitchFamily="2" charset="0"/>
              </a:rPr>
              <a:t>/Proveedor, Usuario/Rol) esperan a que su propia sesión les dé contenido.</a:t>
            </a:r>
            <a:endParaRPr lang="en-US" sz="1800" dirty="0"/>
          </a:p>
        </p:txBody>
      </p:sp>
    </p:spTree>
    <p:extLst>
      <p:ext uri="{BB962C8B-B14F-4D97-AF65-F5344CB8AC3E}">
        <p14:creationId xmlns:p14="http://schemas.microsoft.com/office/powerpoint/2010/main" val="3284537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402074" y="7082087"/>
            <a:ext cx="9691555" cy="42734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0" y="294532"/>
            <a:ext cx="11534775" cy="646200"/>
          </a:xfrm>
          <a:prstGeom prst="rect">
            <a:avLst/>
          </a:prstGeom>
          <a:noFill/>
          <a:ln>
            <a:noFill/>
          </a:ln>
        </p:spPr>
        <p:txBody>
          <a:bodyPr spcFirstLastPara="1" wrap="square" lIns="91425" tIns="45700" rIns="91425" bIns="45700" anchor="t" anchorCtr="0">
            <a:noAutofit/>
          </a:bodyPr>
          <a:lstStyle/>
          <a:p>
            <a:pPr algn="ctr"/>
            <a:r>
              <a:rPr lang="en-US" sz="2800" b="1" dirty="0">
                <a:solidFill>
                  <a:srgbClr val="003567"/>
                </a:solidFill>
                <a:latin typeface="Montserrat"/>
              </a:rPr>
              <a:t>Casos de </a:t>
            </a:r>
            <a:r>
              <a:rPr lang="en-US" sz="2800" b="1" dirty="0" err="1">
                <a:solidFill>
                  <a:srgbClr val="003567"/>
                </a:solidFill>
                <a:latin typeface="Montserrat"/>
              </a:rPr>
              <a:t>uso</a:t>
            </a:r>
            <a:r>
              <a:rPr lang="en-US" sz="2800" b="1" dirty="0">
                <a:solidFill>
                  <a:srgbClr val="003567"/>
                </a:solidFill>
                <a:latin typeface="Montserrat"/>
              </a:rPr>
              <a:t> </a:t>
            </a:r>
            <a:r>
              <a:rPr lang="en-US" sz="2800" b="1" dirty="0" err="1">
                <a:solidFill>
                  <a:srgbClr val="003567"/>
                </a:solidFill>
                <a:latin typeface="Montserrat"/>
              </a:rPr>
              <a:t>relevantes</a:t>
            </a:r>
            <a:endParaRPr lang="en-US" sz="3600" b="0" i="0" u="none" strike="noStrike" dirty="0">
              <a:effectLst/>
              <a:latin typeface="Roboto" panose="02000000000000000000" pitchFamily="2" charset="0"/>
            </a:endParaRPr>
          </a:p>
          <a:p>
            <a:pPr algn="ctr"/>
            <a:endParaRPr lang="en-US" sz="3600" dirty="0">
              <a:latin typeface="Roboto" panose="02000000000000000000" pitchFamily="2" charset="0"/>
            </a:endParaRPr>
          </a:p>
          <a:p>
            <a:pPr algn="ctr"/>
            <a:endParaRPr lang="en-US" sz="3600" b="0" i="0" dirty="0">
              <a:effectLst/>
              <a:latin typeface="Roboto" panose="02000000000000000000" pitchFamily="2" charset="0"/>
            </a:endParaRPr>
          </a:p>
          <a:p>
            <a:pPr algn="ctr"/>
            <a:endParaRPr lang="en-US" sz="28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558449" y="1026457"/>
            <a:ext cx="10896600" cy="4524315"/>
          </a:xfrm>
          <a:prstGeom prst="rect">
            <a:avLst/>
          </a:prstGeom>
          <a:noFill/>
        </p:spPr>
        <p:txBody>
          <a:bodyPr wrap="square">
            <a:spAutoFit/>
          </a:bodyPr>
          <a:lstStyle/>
          <a:p>
            <a:pPr algn="just"/>
            <a:r>
              <a:rPr lang="es-ES" sz="1800" i="0" dirty="0">
                <a:effectLst/>
                <a:latin typeface="Roboto" panose="02000000000000000000" pitchFamily="2" charset="0"/>
              </a:rPr>
              <a:t>Un caso de uso relevante describe una interacción completa entre un actor y el sistema que produce un resultado de valor para el negocio — no cada método de una clase, solo los que un </a:t>
            </a:r>
            <a:r>
              <a:rPr lang="es-ES" sz="1800" i="0" dirty="0" err="1">
                <a:effectLst/>
                <a:latin typeface="Roboto" panose="02000000000000000000" pitchFamily="2" charset="0"/>
              </a:rPr>
              <a:t>stakeholder</a:t>
            </a:r>
            <a:r>
              <a:rPr lang="es-ES" sz="1800" i="0" dirty="0">
                <a:effectLst/>
                <a:latin typeface="Roboto" panose="02000000000000000000" pitchFamily="2" charset="0"/>
              </a:rPr>
              <a:t> reconocería como "algo que el sistema hace por mí".</a:t>
            </a:r>
          </a:p>
          <a:p>
            <a:pPr algn="just"/>
            <a:endParaRPr lang="es-ES" sz="1800" i="0" dirty="0">
              <a:effectLst/>
              <a:latin typeface="Roboto" panose="02000000000000000000" pitchFamily="2" charset="0"/>
            </a:endParaRPr>
          </a:p>
          <a:p>
            <a:pPr algn="just"/>
            <a:r>
              <a:rPr lang="es-ES" sz="1800" i="0" dirty="0">
                <a:effectLst/>
                <a:latin typeface="Roboto" panose="02000000000000000000" pitchFamily="2" charset="0"/>
              </a:rPr>
              <a:t>En </a:t>
            </a:r>
            <a:r>
              <a:rPr lang="es-ES" sz="1800" i="0" dirty="0" err="1">
                <a:effectLst/>
                <a:latin typeface="Roboto" panose="02000000000000000000" pitchFamily="2" charset="0"/>
              </a:rPr>
              <a:t>BomERP</a:t>
            </a:r>
            <a:r>
              <a:rPr lang="es-ES" sz="1800" i="0" dirty="0">
                <a:effectLst/>
                <a:latin typeface="Roboto" panose="02000000000000000000" pitchFamily="2" charset="0"/>
              </a:rPr>
              <a:t>: Registrar producto, Registrar venta (cabecera y detalle en la misma operación), Anular venta, Consultar ventas por filtro y rango de fecha, Registrar cliente, Suspender cliente. No son casos de uso relevantes operaciones internas como "calcular subtotal de una línea" — esas son parte de la implementación de Registrar venta, no un caso de uso aparte.</a:t>
            </a:r>
          </a:p>
          <a:p>
            <a:pPr algn="just"/>
            <a:endParaRPr lang="es-ES" sz="1800" dirty="0">
              <a:latin typeface="Roboto" panose="02000000000000000000" pitchFamily="2" charset="0"/>
            </a:endParaRPr>
          </a:p>
          <a:p>
            <a:pPr algn="just"/>
            <a:endParaRPr lang="es-ES" sz="1800" i="0" dirty="0">
              <a:effectLst/>
              <a:latin typeface="Roboto" panose="02000000000000000000" pitchFamily="2" charset="0"/>
            </a:endParaRPr>
          </a:p>
          <a:p>
            <a:pPr algn="just"/>
            <a:endParaRPr lang="es-ES" sz="1800" dirty="0">
              <a:latin typeface="Roboto" panose="02000000000000000000" pitchFamily="2" charset="0"/>
            </a:endParaRPr>
          </a:p>
          <a:p>
            <a:pPr algn="just"/>
            <a:endParaRPr lang="es-ES" sz="1800" i="0" dirty="0">
              <a:effectLst/>
              <a:latin typeface="Roboto" panose="02000000000000000000" pitchFamily="2" charset="0"/>
            </a:endParaRPr>
          </a:p>
          <a:p>
            <a:pPr algn="just"/>
            <a:endParaRPr lang="es-ES" sz="1800" i="0" dirty="0">
              <a:effectLst/>
              <a:latin typeface="Roboto" panose="02000000000000000000" pitchFamily="2" charset="0"/>
            </a:endParaRPr>
          </a:p>
          <a:p>
            <a:pPr algn="just"/>
            <a:endParaRPr lang="es-ES" sz="1800" i="0" dirty="0">
              <a:effectLst/>
              <a:latin typeface="Roboto" panose="02000000000000000000" pitchFamily="2" charset="0"/>
            </a:endParaRPr>
          </a:p>
          <a:p>
            <a:pPr algn="just"/>
            <a:r>
              <a:rPr lang="es-ES" sz="1800" i="0" dirty="0">
                <a:effectLst/>
                <a:latin typeface="Roboto" panose="02000000000000000000" pitchFamily="2" charset="0"/>
              </a:rPr>
              <a:t>Error frecuente: listar un caso de uso por cada operación CRUD (crear, listar, actualizar, eliminar) sin filtrar cuáles realmente representan una decisión o un proceso de negocio. </a:t>
            </a:r>
          </a:p>
        </p:txBody>
      </p:sp>
      <p:pic>
        <p:nvPicPr>
          <p:cNvPr id="8" name="Imagen 7">
            <a:extLst>
              <a:ext uri="{FF2B5EF4-FFF2-40B4-BE49-F238E27FC236}">
                <a16:creationId xmlns:a16="http://schemas.microsoft.com/office/drawing/2014/main" id="{A04333D5-38A6-F425-4104-566CE55F65EC}"/>
              </a:ext>
            </a:extLst>
          </p:cNvPr>
          <p:cNvPicPr>
            <a:picLocks noChangeAspect="1"/>
          </p:cNvPicPr>
          <p:nvPr/>
        </p:nvPicPr>
        <p:blipFill>
          <a:blip r:embed="rId3"/>
          <a:stretch>
            <a:fillRect/>
          </a:stretch>
        </p:blipFill>
        <p:spPr>
          <a:xfrm>
            <a:off x="4304018" y="3429000"/>
            <a:ext cx="3087382" cy="1412567"/>
          </a:xfrm>
          <a:prstGeom prst="rect">
            <a:avLst/>
          </a:prstGeom>
        </p:spPr>
      </p:pic>
    </p:spTree>
    <p:extLst>
      <p:ext uri="{BB962C8B-B14F-4D97-AF65-F5344CB8AC3E}">
        <p14:creationId xmlns:p14="http://schemas.microsoft.com/office/powerpoint/2010/main" val="2952565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p:nvPr/>
        </p:nvSpPr>
        <p:spPr>
          <a:xfrm>
            <a:off x="3402074" y="7082087"/>
            <a:ext cx="9691555" cy="427346"/>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es-ES" sz="2000" dirty="0">
              <a:solidFill>
                <a:schemeClr val="tx1"/>
              </a:solidFill>
              <a:latin typeface="Avenir"/>
              <a:ea typeface="Avenir"/>
              <a:cs typeface="Avenir"/>
              <a:sym typeface="Avenir"/>
            </a:endParaRPr>
          </a:p>
        </p:txBody>
      </p:sp>
      <p:sp>
        <p:nvSpPr>
          <p:cNvPr id="191" name="Google Shape;191;p30"/>
          <p:cNvSpPr/>
          <p:nvPr/>
        </p:nvSpPr>
        <p:spPr>
          <a:xfrm>
            <a:off x="0" y="294532"/>
            <a:ext cx="11534775" cy="646200"/>
          </a:xfrm>
          <a:prstGeom prst="rect">
            <a:avLst/>
          </a:prstGeom>
          <a:noFill/>
          <a:ln>
            <a:noFill/>
          </a:ln>
        </p:spPr>
        <p:txBody>
          <a:bodyPr spcFirstLastPara="1" wrap="square" lIns="91425" tIns="45700" rIns="91425" bIns="45700" anchor="t" anchorCtr="0">
            <a:noAutofit/>
          </a:bodyPr>
          <a:lstStyle/>
          <a:p>
            <a:pPr algn="ctr"/>
            <a:r>
              <a:rPr lang="en-US" sz="2800" b="1" dirty="0" err="1">
                <a:solidFill>
                  <a:srgbClr val="003567"/>
                </a:solidFill>
                <a:latin typeface="Montserrat"/>
              </a:rPr>
              <a:t>Objetos</a:t>
            </a:r>
            <a:r>
              <a:rPr lang="en-US" sz="2800" b="1" dirty="0">
                <a:solidFill>
                  <a:srgbClr val="003567"/>
                </a:solidFill>
                <a:latin typeface="Montserrat"/>
              </a:rPr>
              <a:t> de valor</a:t>
            </a:r>
          </a:p>
          <a:p>
            <a:pPr algn="ctr"/>
            <a:endParaRPr lang="en-US" sz="3600" b="0" i="0" u="none" strike="noStrike" dirty="0">
              <a:effectLst/>
              <a:latin typeface="Roboto" panose="02000000000000000000" pitchFamily="2" charset="0"/>
            </a:endParaRPr>
          </a:p>
          <a:p>
            <a:pPr algn="ctr"/>
            <a:endParaRPr lang="en-US" sz="3600" dirty="0">
              <a:latin typeface="Roboto" panose="02000000000000000000" pitchFamily="2" charset="0"/>
            </a:endParaRPr>
          </a:p>
          <a:p>
            <a:pPr algn="ctr"/>
            <a:endParaRPr lang="en-US" sz="3600" b="0" i="0" dirty="0">
              <a:effectLst/>
              <a:latin typeface="Roboto" panose="02000000000000000000" pitchFamily="2" charset="0"/>
            </a:endParaRPr>
          </a:p>
          <a:p>
            <a:pPr algn="ctr"/>
            <a:endParaRPr lang="en-US" sz="2800" dirty="0">
              <a:solidFill>
                <a:srgbClr val="003567"/>
              </a:solidFill>
              <a:latin typeface="Montserrat"/>
              <a:ea typeface="Montserrat"/>
              <a:cs typeface="Montserrat"/>
              <a:sym typeface="Montserrat"/>
            </a:endParaRPr>
          </a:p>
        </p:txBody>
      </p:sp>
      <p:sp>
        <p:nvSpPr>
          <p:cNvPr id="6" name="CuadroTexto 5">
            <a:extLst>
              <a:ext uri="{FF2B5EF4-FFF2-40B4-BE49-F238E27FC236}">
                <a16:creationId xmlns:a16="http://schemas.microsoft.com/office/drawing/2014/main" id="{FCD5394F-C115-DA49-56EF-98789858F791}"/>
              </a:ext>
            </a:extLst>
          </p:cNvPr>
          <p:cNvSpPr txBox="1"/>
          <p:nvPr/>
        </p:nvSpPr>
        <p:spPr>
          <a:xfrm>
            <a:off x="558449" y="1026457"/>
            <a:ext cx="10896600" cy="4524315"/>
          </a:xfrm>
          <a:prstGeom prst="rect">
            <a:avLst/>
          </a:prstGeom>
          <a:noFill/>
        </p:spPr>
        <p:txBody>
          <a:bodyPr wrap="square">
            <a:spAutoFit/>
          </a:bodyPr>
          <a:lstStyle/>
          <a:p>
            <a:pPr algn="just"/>
            <a:r>
              <a:rPr lang="es-ES" sz="1800" i="0" dirty="0">
                <a:effectLst/>
                <a:latin typeface="Roboto" panose="02000000000000000000" pitchFamily="2" charset="0"/>
              </a:rPr>
              <a:t>Un objeto de valor no tiene identidad propia: dos instancias con el mismo contenido son intercambiables, y una vez creado no cambia — cualquier "cambio" en realidad crea una instancia nueva. Se usa para conceptos que el dominio compara por su valor, no por quién los creó.</a:t>
            </a:r>
          </a:p>
          <a:p>
            <a:pPr algn="just"/>
            <a:endParaRPr lang="es-ES" sz="1800" i="0" dirty="0">
              <a:effectLst/>
              <a:latin typeface="Roboto" panose="02000000000000000000" pitchFamily="2" charset="0"/>
            </a:endParaRPr>
          </a:p>
          <a:p>
            <a:pPr algn="just"/>
            <a:r>
              <a:rPr lang="es-ES" sz="1800" i="0" dirty="0">
                <a:effectLst/>
                <a:latin typeface="Roboto" panose="02000000000000000000" pitchFamily="2" charset="0"/>
              </a:rPr>
              <a:t>En </a:t>
            </a:r>
            <a:r>
              <a:rPr lang="es-ES" sz="1800" i="0" dirty="0" err="1">
                <a:effectLst/>
                <a:latin typeface="Roboto" panose="02000000000000000000" pitchFamily="2" charset="0"/>
              </a:rPr>
              <a:t>BomERP</a:t>
            </a:r>
            <a:r>
              <a:rPr lang="es-ES" sz="1800" i="0" dirty="0">
                <a:effectLst/>
                <a:latin typeface="Roboto" panose="02000000000000000000" pitchFamily="2" charset="0"/>
              </a:rPr>
              <a:t>: Dinero (monto + moneda) es un candidato claro de objeto de valor para </a:t>
            </a:r>
            <a:r>
              <a:rPr lang="es-ES" sz="1800" i="0" dirty="0" err="1">
                <a:effectLst/>
                <a:latin typeface="Roboto" panose="02000000000000000000" pitchFamily="2" charset="0"/>
              </a:rPr>
              <a:t>Producto.precio</a:t>
            </a:r>
            <a:r>
              <a:rPr lang="es-ES" sz="1800" i="0" dirty="0">
                <a:effectLst/>
                <a:latin typeface="Roboto" panose="02000000000000000000" pitchFamily="2" charset="0"/>
              </a:rPr>
              <a:t> y </a:t>
            </a:r>
            <a:r>
              <a:rPr lang="es-ES" sz="1800" i="0" dirty="0" err="1">
                <a:effectLst/>
                <a:latin typeface="Roboto" panose="02000000000000000000" pitchFamily="2" charset="0"/>
              </a:rPr>
              <a:t>DetalleVenta.precioUnitario</a:t>
            </a:r>
            <a:r>
              <a:rPr lang="es-ES" sz="1800" i="0" dirty="0">
                <a:effectLst/>
                <a:latin typeface="Roboto" panose="02000000000000000000" pitchFamily="2" charset="0"/>
              </a:rPr>
              <a:t>/subtotal — dos montos de S/ 50.00 son el mismo valor sin importar en qué línea aparezcan. Un </a:t>
            </a:r>
            <a:r>
              <a:rPr lang="es-ES" sz="1800" i="0" dirty="0" err="1">
                <a:effectLst/>
                <a:latin typeface="Roboto" panose="02000000000000000000" pitchFamily="2" charset="0"/>
              </a:rPr>
              <a:t>RangoFecha</a:t>
            </a:r>
            <a:r>
              <a:rPr lang="es-ES" sz="1800" i="0" dirty="0">
                <a:effectLst/>
                <a:latin typeface="Roboto" panose="02000000000000000000" pitchFamily="2" charset="0"/>
              </a:rPr>
              <a:t> (desde/hasta) para las consultas de S5 de LP2 es otro candidato: se compara por su contenido, no por identidad.</a:t>
            </a:r>
          </a:p>
          <a:p>
            <a:pPr algn="just"/>
            <a:endParaRPr lang="es-ES" sz="1800" dirty="0">
              <a:latin typeface="Roboto" panose="02000000000000000000" pitchFamily="2" charset="0"/>
            </a:endParaRPr>
          </a:p>
          <a:p>
            <a:pPr algn="just"/>
            <a:endParaRPr lang="es-ES" sz="1800" i="0" dirty="0">
              <a:effectLst/>
              <a:latin typeface="Roboto" panose="02000000000000000000" pitchFamily="2" charset="0"/>
            </a:endParaRPr>
          </a:p>
          <a:p>
            <a:pPr algn="just"/>
            <a:endParaRPr lang="es-ES" sz="1800" dirty="0">
              <a:latin typeface="Roboto" panose="02000000000000000000" pitchFamily="2" charset="0"/>
            </a:endParaRPr>
          </a:p>
          <a:p>
            <a:pPr algn="just"/>
            <a:endParaRPr lang="es-ES" sz="1800" i="0" dirty="0">
              <a:effectLst/>
              <a:latin typeface="Roboto" panose="02000000000000000000" pitchFamily="2" charset="0"/>
            </a:endParaRPr>
          </a:p>
          <a:p>
            <a:pPr algn="just"/>
            <a:endParaRPr lang="es-ES" sz="1800" i="0" dirty="0">
              <a:effectLst/>
              <a:latin typeface="Roboto" panose="02000000000000000000" pitchFamily="2" charset="0"/>
            </a:endParaRPr>
          </a:p>
          <a:p>
            <a:pPr algn="just"/>
            <a:endParaRPr lang="es-ES" sz="1800" i="0" dirty="0">
              <a:effectLst/>
              <a:latin typeface="Roboto" panose="02000000000000000000" pitchFamily="2" charset="0"/>
            </a:endParaRPr>
          </a:p>
          <a:p>
            <a:pPr algn="just"/>
            <a:r>
              <a:rPr lang="es-ES" sz="1800" i="0" dirty="0">
                <a:effectLst/>
                <a:latin typeface="Roboto" panose="02000000000000000000" pitchFamily="2" charset="0"/>
              </a:rPr>
              <a:t>Error frecuente: modelar todo como entidad "por si acaso necesita cambiar" — eso agrega identidad y ciclo de vida innecesarios a algo que el dominio solo necesita comparar por su valor.</a:t>
            </a:r>
          </a:p>
        </p:txBody>
      </p:sp>
      <p:pic>
        <p:nvPicPr>
          <p:cNvPr id="7" name="Imagen 6">
            <a:extLst>
              <a:ext uri="{FF2B5EF4-FFF2-40B4-BE49-F238E27FC236}">
                <a16:creationId xmlns:a16="http://schemas.microsoft.com/office/drawing/2014/main" id="{7B27278B-F8DD-AF4F-8AE8-8A0C98C4A728}"/>
              </a:ext>
            </a:extLst>
          </p:cNvPr>
          <p:cNvPicPr>
            <a:picLocks noChangeAspect="1"/>
          </p:cNvPicPr>
          <p:nvPr/>
        </p:nvPicPr>
        <p:blipFill>
          <a:blip r:embed="rId3"/>
          <a:stretch>
            <a:fillRect/>
          </a:stretch>
        </p:blipFill>
        <p:spPr>
          <a:xfrm>
            <a:off x="4304018" y="3429000"/>
            <a:ext cx="3087382" cy="1412567"/>
          </a:xfrm>
          <a:prstGeom prst="rect">
            <a:avLst/>
          </a:prstGeom>
        </p:spPr>
      </p:pic>
    </p:spTree>
    <p:extLst>
      <p:ext uri="{BB962C8B-B14F-4D97-AF65-F5344CB8AC3E}">
        <p14:creationId xmlns:p14="http://schemas.microsoft.com/office/powerpoint/2010/main" val="365446551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793</TotalTime>
  <Words>1981</Words>
  <Application>Microsoft Office PowerPoint</Application>
  <PresentationFormat>Personalizado</PresentationFormat>
  <Paragraphs>113</Paragraphs>
  <Slides>21</Slides>
  <Notes>21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21</vt:i4>
      </vt:variant>
    </vt:vector>
  </HeadingPairs>
  <TitlesOfParts>
    <vt:vector size="26" baseType="lpstr">
      <vt:lpstr>Arial</vt:lpstr>
      <vt:lpstr>Avenir</vt:lpstr>
      <vt:lpstr>Roboto</vt:lpstr>
      <vt:lpstr>Montserrat</vt:lpstr>
      <vt:lpstr>Simple Light</vt:lpstr>
      <vt:lpstr>Descubrimiento  y  Modelado del Dominio </vt:lpstr>
      <vt:lpstr>Presentación de PowerPoint</vt:lpstr>
      <vt:lpstr>índice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Prácticas Pre Profesionales EP Sistemas - Juliaca</cp:lastModifiedBy>
  <cp:revision>82</cp:revision>
  <dcterms:modified xsi:type="dcterms:W3CDTF">2026-09-14T11:45:29Z</dcterms:modified>
</cp:coreProperties>
</file>