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64456543064d02" /><Relationship Type="http://schemas.openxmlformats.org/officeDocument/2006/relationships/extended-properties" Target="/docProps/app.xml" Id="R5073b11c8ed041bf" /><Relationship Type="http://schemas.openxmlformats.org/officeDocument/2006/relationships/officeDocument" Target="/ppt/presentation.xml" Id="R3fa78c1cdb2743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2eb052d0af45d9"/>
  </p:sldMasterIdLst>
  <p:notesMasterIdLst>
    <p:notesMasterId xmlns:r="http://schemas.openxmlformats.org/officeDocument/2006/relationships" r:id="R070cce8112544547"/>
  </p:notesMasterIdLst>
  <p:sldIdLst>
    <p:sldId xmlns:r="http://schemas.openxmlformats.org/officeDocument/2006/relationships" id="256" r:id="R9a3d381bbae140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8b58ac496540b8" /><Relationship Type="http://schemas.openxmlformats.org/officeDocument/2006/relationships/slideMaster" Target="/ppt/slideMasters/slideMaster1.xml" Id="Rdf2eb052d0af45d9" /><Relationship Type="http://schemas.openxmlformats.org/officeDocument/2006/relationships/notesMaster" Target="/ppt/notesMasters/notesMaster1.xml" Id="R070cce8112544547" /><Relationship Type="http://schemas.openxmlformats.org/officeDocument/2006/relationships/presProps" Target="/ppt/presProps.xml" Id="Rdaaaeda9ba5046e1" /><Relationship Type="http://schemas.openxmlformats.org/officeDocument/2006/relationships/tableStyles" Target="/ppt/tableStyles.xml" Id="Rf8c35f9cc5144510" /><Relationship Type="http://schemas.openxmlformats.org/officeDocument/2006/relationships/slide" Target="/ppt/slides/slide1.xml" Id="R9a3d381bbae140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7e1ca2e25b49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2664298e664816" /><Relationship Type="http://schemas.openxmlformats.org/officeDocument/2006/relationships/notesMaster" Target="/ppt/notesMasters/notesMaster1.xml" Id="Rba4b68789b8b45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de la sustentación S6. Alcance declarado: backend REST de LP2, sesiones S1–S5; no incluye frontend ni seguridad JWT. Las capacidades se verifican en docs/proyecto-integrador/u1/lp2-demo.md. Referencia docente: https://262ciclo4.github.io/bomerp/lp2/sesiones/S06_Evaluacion_Unidad_1/. La fotografía es una ilustración generada para esta portada y no representa un evento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a06442d914c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ad645d236b4300" /><Relationship Type="http://schemas.openxmlformats.org/officeDocument/2006/relationships/slideLayout" Target="/ppt/slideLayouts/slideLayout1.xml" Id="R43faf177cb2f4e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faf177cb2f4e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de6d9b4774262" /><Relationship Type="http://schemas.openxmlformats.org/officeDocument/2006/relationships/image" Target="/ppt/media/image.png" Id="R2ec8889840d74886" /><Relationship Type="http://schemas.openxmlformats.org/officeDocument/2006/relationships/notesSlide" Target="/ppt/notesSlides/notesSlide1.xml" Id="R359a7f3b5bda41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8889840d7488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81B47-C3DE-4339-B06F-EFC4EACF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B9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2B95B"/>
                </a:solidFill>
                <a:latin typeface="Aptos"/>
                <a:ea typeface="Aptos"/>
                <a:cs typeface="Aptos"/>
              </a:rPr>
              <a:t>EQUIPO 05  ·  LP2  ·  UNIDAD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0E14C-8B5E-46BE-8B1F-93445196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SITRA-ORO</a:t>
            </a:r>
          </a:p>
        </p:txBody>
      </p:sp>
      <p:sp>
        <p:nvSpPr>
          <p:cNvPr id="4" name="Acento dorado">
            <a:extLst xmlns:a="http://schemas.openxmlformats.org/drawingml/2006/main">
              <a:ext uri="{FF2B5EF4-FFF2-40B4-BE49-F238E27FC236}">
                <a16:creationId xmlns:a16="http://schemas.microsoft.com/office/drawing/2014/main" id="{A9BE0501-04E4-4875-B135-5BC19D7D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9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95775-AC63-47AD-90AF-8FDEB5E4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D58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D58D"/>
                </a:solidFill>
                <a:latin typeface="Aptos"/>
                <a:ea typeface="Aptos"/>
                <a:cs typeface="Aptos"/>
              </a:rPr>
              <a:t>Trazabilidad clara.</a:t>
            </a:r>
          </a:p>
          <a:p xmlns:a="http://schemas.openxmlformats.org/drawingml/2006/main">
            <a:pPr algn="l">
              <a:defRPr sz="2325" b="1">
                <a:solidFill>
                  <a:srgbClr val="F4D58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D58D"/>
                </a:solidFill>
                <a:latin typeface="Aptos"/>
                <a:ea typeface="Aptos"/>
                <a:cs typeface="Aptos"/>
              </a:rPr>
              <a:t>Liquidaciones confiables.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E7D30-F5BC-485E-9B58-2CE9997E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8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E5EDF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E5EDF6"/>
                </a:solidFill>
                <a:latin typeface="Aptos"/>
                <a:ea typeface="Aptos"/>
                <a:cs typeface="Aptos"/>
              </a:rPr>
              <a:t>Backend REST para registrar compras de oro, controlar el stock por color y liquidar cierres semanales entre el acopiador G2 y el mayorista G1.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DAB00-D735-47F5-8026-0801BB5A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B9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2B9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BE6CE-572F-4FC5-A462-A6D09FA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Compras G2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7DC8B-1C12-4797-8D25-2B35BC44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10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B9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2B9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77878-5AC8-447F-9B86-25F710DA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Stock rojo / verde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77E33-A7D0-4768-B3C8-9F0A1161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B9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2B9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E9394-A7DD-4034-AC30-EECFC33B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Liquidación semanal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A998F-BC32-436E-A095-43C65A6E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62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B9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2B9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E481C-4D27-461C-8368-5F6C09DA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Filtros y reportes</a:t>
            </a:r>
          </a:p>
        </p:txBody>
      </p:sp>
      <p:sp>
        <p:nvSpPr>
          <p:cNvPr id="15" name="Separador del equipo">
            <a:extLst xmlns:a="http://schemas.openxmlformats.org/drawingml/2006/main">
              <a:ext uri="{FF2B5EF4-FFF2-40B4-BE49-F238E27FC236}">
                <a16:creationId xmlns:a16="http://schemas.microsoft.com/office/drawing/2014/main" id="{F7F07C43-F5E8-4F69-B255-2E8AD097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A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5F9B9-124B-4A3E-924E-02610F26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C9D6E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C9D6E5"/>
                </a:solidFill>
                <a:latin typeface="Aptos"/>
                <a:ea typeface="Aptos"/>
                <a:cs typeface="Aptos"/>
              </a:rPr>
              <a:t>Faijo Calisaya Helio Paul  ·  Figueroa Chambi Jhymel Nelio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03749-4F38-4DF9-85B4-F59FDAA6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05500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2B9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B95B"/>
                </a:solidFill>
                <a:latin typeface="Aptos"/>
                <a:ea typeface="Aptos"/>
                <a:cs typeface="Aptos"/>
              </a:rPr>
              <a:t>ALCANCE S1—S5</a:t>
            </a:r>
          </a:p>
        </p:txBody>
      </p:sp>
    </p:spTree>
    <p:extLst>
      <p:ext uri="{BB962C8B-B14F-4D97-AF65-F5344CB8AC3E}">
        <p14:creationId xmlns:p14="http://schemas.microsoft.com/office/powerpoint/2010/main" val="804023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2026-09-10T04:40:47.0860000Z</dcterms:created>
  <dcterms:modified xsi:type="dcterms:W3CDTF">2026-09-10T04:40:47.0860000Z</dcterms:modified>
</coreProperties>
</file>